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E4A6F-5B22-47C9-BA61-52045B2D9AFD}" v="77" dt="2025-10-28T20:37:47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5" autoAdjust="0"/>
    <p:restoredTop sz="86383" autoAdjust="0"/>
  </p:normalViewPr>
  <p:slideViewPr>
    <p:cSldViewPr snapToGrid="0">
      <p:cViewPr varScale="1">
        <p:scale>
          <a:sx n="58" d="100"/>
          <a:sy n="58" d="100"/>
        </p:scale>
        <p:origin x="67" y="3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an siriwardhana" userId="a0feec31b91552ea" providerId="LiveId" clId="{6927B9B1-EB07-491A-A503-68962A22E506}"/>
    <pc:docChg chg="undo custSel addSld delSld modSld sldOrd">
      <pc:chgData name="Lakshan siriwardhana" userId="a0feec31b91552ea" providerId="LiveId" clId="{6927B9B1-EB07-491A-A503-68962A22E506}" dt="2025-10-28T20:50:28.440" v="3123" actId="1076"/>
      <pc:docMkLst>
        <pc:docMk/>
      </pc:docMkLst>
      <pc:sldChg chg="addSp delSp modSp new mod setBg addAnim delAnim setClrOvrMap">
        <pc:chgData name="Lakshan siriwardhana" userId="a0feec31b91552ea" providerId="LiveId" clId="{6927B9B1-EB07-491A-A503-68962A22E506}" dt="2025-10-28T19:21:55.162" v="2548" actId="20577"/>
        <pc:sldMkLst>
          <pc:docMk/>
          <pc:sldMk cId="3879073145" sldId="256"/>
        </pc:sldMkLst>
        <pc:spChg chg="mod">
          <ac:chgData name="Lakshan siriwardhana" userId="a0feec31b91552ea" providerId="LiveId" clId="{6927B9B1-EB07-491A-A503-68962A22E506}" dt="2025-10-28T19:21:55.162" v="2548" actId="20577"/>
          <ac:spMkLst>
            <pc:docMk/>
            <pc:sldMk cId="3879073145" sldId="256"/>
            <ac:spMk id="2" creationId="{B0852ABF-55D5-7070-D5BC-2FE5CE8D83FD}"/>
          </ac:spMkLst>
        </pc:spChg>
        <pc:spChg chg="add">
          <ac:chgData name="Lakshan siriwardhana" userId="a0feec31b91552ea" providerId="LiveId" clId="{6927B9B1-EB07-491A-A503-68962A22E506}" dt="2025-10-20T13:07:58.440" v="2073" actId="26606"/>
          <ac:spMkLst>
            <pc:docMk/>
            <pc:sldMk cId="3879073145" sldId="256"/>
            <ac:spMk id="86" creationId="{FF36D6E8-79EC-45BF-966F-CE9EA9160ABE}"/>
          </ac:spMkLst>
        </pc:spChg>
        <pc:picChg chg="add mod ord">
          <ac:chgData name="Lakshan siriwardhana" userId="a0feec31b91552ea" providerId="LiveId" clId="{6927B9B1-EB07-491A-A503-68962A22E506}" dt="2025-10-20T13:08:31.630" v="2079" actId="962"/>
          <ac:picMkLst>
            <pc:docMk/>
            <pc:sldMk cId="3879073145" sldId="256"/>
            <ac:picMk id="5" creationId="{40B86154-6DC7-CAF9-C442-17E4CA4CCD52}"/>
          </ac:picMkLst>
        </pc:picChg>
        <pc:cxnChg chg="add">
          <ac:chgData name="Lakshan siriwardhana" userId="a0feec31b91552ea" providerId="LiveId" clId="{6927B9B1-EB07-491A-A503-68962A22E506}" dt="2025-10-20T13:07:58.440" v="2073" actId="26606"/>
          <ac:cxnSpMkLst>
            <pc:docMk/>
            <pc:sldMk cId="3879073145" sldId="256"/>
            <ac:cxnSpMk id="88" creationId="{8CE1F229-2211-4876-9F16-249F80566321}"/>
          </ac:cxnSpMkLst>
        </pc:cxnChg>
      </pc:sldChg>
      <pc:sldChg chg="addSp delSp modSp new mod setBg modNotesTx">
        <pc:chgData name="Lakshan siriwardhana" userId="a0feec31b91552ea" providerId="LiveId" clId="{6927B9B1-EB07-491A-A503-68962A22E506}" dt="2025-10-27T23:01:06.699" v="2499" actId="20577"/>
        <pc:sldMkLst>
          <pc:docMk/>
          <pc:sldMk cId="1144604401" sldId="257"/>
        </pc:sldMkLst>
        <pc:spChg chg="mod">
          <ac:chgData name="Lakshan siriwardhana" userId="a0feec31b91552ea" providerId="LiveId" clId="{6927B9B1-EB07-491A-A503-68962A22E506}" dt="2025-10-20T12:46:45.634" v="1075" actId="26606"/>
          <ac:spMkLst>
            <pc:docMk/>
            <pc:sldMk cId="1144604401" sldId="257"/>
            <ac:spMk id="2" creationId="{C18F3304-BCB2-A959-685B-3B8F6379B6AA}"/>
          </ac:spMkLst>
        </pc:spChg>
        <pc:spChg chg="add">
          <ac:chgData name="Lakshan siriwardhana" userId="a0feec31b91552ea" providerId="LiveId" clId="{6927B9B1-EB07-491A-A503-68962A22E506}" dt="2025-10-20T12:46:45.634" v="1075" actId="26606"/>
          <ac:spMkLst>
            <pc:docMk/>
            <pc:sldMk cId="1144604401" sldId="257"/>
            <ac:spMk id="9" creationId="{32D32A60-013B-47A8-8833-D2424080917B}"/>
          </ac:spMkLst>
        </pc:spChg>
        <pc:spChg chg="add">
          <ac:chgData name="Lakshan siriwardhana" userId="a0feec31b91552ea" providerId="LiveId" clId="{6927B9B1-EB07-491A-A503-68962A22E506}" dt="2025-10-20T12:46:45.634" v="1075" actId="26606"/>
          <ac:spMkLst>
            <pc:docMk/>
            <pc:sldMk cId="1144604401" sldId="257"/>
            <ac:spMk id="11" creationId="{AE27932B-B694-4C4C-90D7-A0333A7C5876}"/>
          </ac:spMkLst>
        </pc:spChg>
        <pc:spChg chg="add">
          <ac:chgData name="Lakshan siriwardhana" userId="a0feec31b91552ea" providerId="LiveId" clId="{6927B9B1-EB07-491A-A503-68962A22E506}" dt="2025-10-20T12:46:45.634" v="1075" actId="26606"/>
          <ac:spMkLst>
            <pc:docMk/>
            <pc:sldMk cId="1144604401" sldId="257"/>
            <ac:spMk id="15" creationId="{A9DA474E-6B91-4200-840F-0257B2358A75}"/>
          </ac:spMkLst>
        </pc:spChg>
        <pc:graphicFrameChg chg="add modGraphic">
          <ac:chgData name="Lakshan siriwardhana" userId="a0feec31b91552ea" providerId="LiveId" clId="{6927B9B1-EB07-491A-A503-68962A22E506}" dt="2025-10-27T23:01:06.699" v="2499" actId="20577"/>
          <ac:graphicFrameMkLst>
            <pc:docMk/>
            <pc:sldMk cId="1144604401" sldId="257"/>
            <ac:graphicFrameMk id="5" creationId="{0F75C565-A9D4-F1E5-9694-04BF84C506C6}"/>
          </ac:graphicFrameMkLst>
        </pc:graphicFrameChg>
        <pc:picChg chg="add">
          <ac:chgData name="Lakshan siriwardhana" userId="a0feec31b91552ea" providerId="LiveId" clId="{6927B9B1-EB07-491A-A503-68962A22E506}" dt="2025-10-20T12:46:45.634" v="1075" actId="26606"/>
          <ac:picMkLst>
            <pc:docMk/>
            <pc:sldMk cId="1144604401" sldId="257"/>
            <ac:picMk id="17" creationId="{DF63C9AD-AE6E-4512-8171-91612E84CCFB}"/>
          </ac:picMkLst>
        </pc:picChg>
        <pc:cxnChg chg="add">
          <ac:chgData name="Lakshan siriwardhana" userId="a0feec31b91552ea" providerId="LiveId" clId="{6927B9B1-EB07-491A-A503-68962A22E506}" dt="2025-10-20T12:46:45.634" v="1075" actId="26606"/>
          <ac:cxnSpMkLst>
            <pc:docMk/>
            <pc:sldMk cId="1144604401" sldId="257"/>
            <ac:cxnSpMk id="13" creationId="{9EBB0476-5CF0-4F44-8D68-5D42D7AEE43A}"/>
          </ac:cxnSpMkLst>
        </pc:cxnChg>
        <pc:cxnChg chg="add">
          <ac:chgData name="Lakshan siriwardhana" userId="a0feec31b91552ea" providerId="LiveId" clId="{6927B9B1-EB07-491A-A503-68962A22E506}" dt="2025-10-20T12:46:45.634" v="1075" actId="26606"/>
          <ac:cxnSpMkLst>
            <pc:docMk/>
            <pc:sldMk cId="1144604401" sldId="257"/>
            <ac:cxnSpMk id="19" creationId="{FE1A49CE-B63D-457A-A180-1C883E1A63D2}"/>
          </ac:cxnSpMkLst>
        </pc:cxnChg>
      </pc:sldChg>
      <pc:sldChg chg="addSp delSp modSp new mod setBg modNotesTx">
        <pc:chgData name="Lakshan siriwardhana" userId="a0feec31b91552ea" providerId="LiveId" clId="{6927B9B1-EB07-491A-A503-68962A22E506}" dt="2025-10-27T23:10:16.142" v="2515" actId="20577"/>
        <pc:sldMkLst>
          <pc:docMk/>
          <pc:sldMk cId="596837344" sldId="258"/>
        </pc:sldMkLst>
        <pc:spChg chg="mod">
          <ac:chgData name="Lakshan siriwardhana" userId="a0feec31b91552ea" providerId="LiveId" clId="{6927B9B1-EB07-491A-A503-68962A22E506}" dt="2025-10-20T12:30:10.300" v="426" actId="1076"/>
          <ac:spMkLst>
            <pc:docMk/>
            <pc:sldMk cId="596837344" sldId="258"/>
            <ac:spMk id="2" creationId="{7EFB3C02-F54A-4397-E518-D351289BB4E3}"/>
          </ac:spMkLst>
        </pc:spChg>
        <pc:spChg chg="add">
          <ac:chgData name="Lakshan siriwardhana" userId="a0feec31b91552ea" providerId="LiveId" clId="{6927B9B1-EB07-491A-A503-68962A22E506}" dt="2025-10-20T12:30:03.747" v="423" actId="26606"/>
          <ac:spMkLst>
            <pc:docMk/>
            <pc:sldMk cId="596837344" sldId="258"/>
            <ac:spMk id="9" creationId="{482E7304-2AC2-4A5C-924D-A6AC3FFC5EAC}"/>
          </ac:spMkLst>
        </pc:spChg>
        <pc:spChg chg="add">
          <ac:chgData name="Lakshan siriwardhana" userId="a0feec31b91552ea" providerId="LiveId" clId="{6927B9B1-EB07-491A-A503-68962A22E506}" dt="2025-10-20T12:30:03.747" v="423" actId="26606"/>
          <ac:spMkLst>
            <pc:docMk/>
            <pc:sldMk cId="596837344" sldId="258"/>
            <ac:spMk id="13" creationId="{A3C183B1-1D4B-4E3D-A02E-A426E3BFA016}"/>
          </ac:spMkLst>
        </pc:spChg>
        <pc:graphicFrameChg chg="add modGraphic">
          <ac:chgData name="Lakshan siriwardhana" userId="a0feec31b91552ea" providerId="LiveId" clId="{6927B9B1-EB07-491A-A503-68962A22E506}" dt="2025-10-20T12:30:07.986" v="425" actId="20577"/>
          <ac:graphicFrameMkLst>
            <pc:docMk/>
            <pc:sldMk cId="596837344" sldId="258"/>
            <ac:graphicFrameMk id="5" creationId="{1C0B7AD4-E4E0-B163-CFC2-5EB32D7B90F0}"/>
          </ac:graphicFrameMkLst>
        </pc:graphicFrameChg>
        <pc:cxnChg chg="add">
          <ac:chgData name="Lakshan siriwardhana" userId="a0feec31b91552ea" providerId="LiveId" clId="{6927B9B1-EB07-491A-A503-68962A22E506}" dt="2025-10-20T12:30:03.747" v="423" actId="26606"/>
          <ac:cxnSpMkLst>
            <pc:docMk/>
            <pc:sldMk cId="596837344" sldId="258"/>
            <ac:cxnSpMk id="11" creationId="{D259FEF2-F6A5-442F-BA10-4E39EECD0ABE}"/>
          </ac:cxnSpMkLst>
        </pc:cxnChg>
      </pc:sldChg>
      <pc:sldChg chg="addSp delSp modSp new mod ord setBg">
        <pc:chgData name="Lakshan siriwardhana" userId="a0feec31b91552ea" providerId="LiveId" clId="{6927B9B1-EB07-491A-A503-68962A22E506}" dt="2025-10-28T20:38:02.528" v="3024" actId="20577"/>
        <pc:sldMkLst>
          <pc:docMk/>
          <pc:sldMk cId="1175569799" sldId="259"/>
        </pc:sldMkLst>
        <pc:spChg chg="mod">
          <ac:chgData name="Lakshan siriwardhana" userId="a0feec31b91552ea" providerId="LiveId" clId="{6927B9B1-EB07-491A-A503-68962A22E506}" dt="2025-10-28T20:38:02.528" v="3024" actId="20577"/>
          <ac:spMkLst>
            <pc:docMk/>
            <pc:sldMk cId="1175569799" sldId="259"/>
            <ac:spMk id="2" creationId="{CD53B0DA-AEE5-39A3-7333-9972D1ABB69C}"/>
          </ac:spMkLst>
        </pc:spChg>
        <pc:spChg chg="add mod">
          <ac:chgData name="Lakshan siriwardhana" userId="a0feec31b91552ea" providerId="LiveId" clId="{6927B9B1-EB07-491A-A503-68962A22E506}" dt="2025-10-28T20:35:50.827" v="2997" actId="1076"/>
          <ac:spMkLst>
            <pc:docMk/>
            <pc:sldMk cId="1175569799" sldId="259"/>
            <ac:spMk id="3" creationId="{689F1D8A-B70D-CA5E-A82B-AE442A7EB1CD}"/>
          </ac:spMkLst>
        </pc:spChg>
        <pc:spChg chg="add">
          <ac:chgData name="Lakshan siriwardhana" userId="a0feec31b91552ea" providerId="LiveId" clId="{6927B9B1-EB07-491A-A503-68962A22E506}" dt="2025-10-20T12:47:39.364" v="1077" actId="26606"/>
          <ac:spMkLst>
            <pc:docMk/>
            <pc:sldMk cId="1175569799" sldId="259"/>
            <ac:spMk id="39" creationId="{482E7304-2AC2-4A5C-924D-A6AC3FFC5EAC}"/>
          </ac:spMkLst>
        </pc:spChg>
        <pc:spChg chg="add">
          <ac:chgData name="Lakshan siriwardhana" userId="a0feec31b91552ea" providerId="LiveId" clId="{6927B9B1-EB07-491A-A503-68962A22E506}" dt="2025-10-20T12:47:39.364" v="1077" actId="26606"/>
          <ac:spMkLst>
            <pc:docMk/>
            <pc:sldMk cId="1175569799" sldId="259"/>
            <ac:spMk id="43" creationId="{A3C183B1-1D4B-4E3D-A02E-A426E3BFA016}"/>
          </ac:spMkLst>
        </pc:spChg>
        <pc:graphicFrameChg chg="add mod modGraphic">
          <ac:chgData name="Lakshan siriwardhana" userId="a0feec31b91552ea" providerId="LiveId" clId="{6927B9B1-EB07-491A-A503-68962A22E506}" dt="2025-10-28T20:37:47.219" v="3010" actId="12269"/>
          <ac:graphicFrameMkLst>
            <pc:docMk/>
            <pc:sldMk cId="1175569799" sldId="259"/>
            <ac:graphicFrameMk id="21" creationId="{B39D26C5-9BCB-EB65-1E36-7E11F7D24FF5}"/>
          </ac:graphicFrameMkLst>
        </pc:graphicFrameChg>
        <pc:cxnChg chg="add">
          <ac:chgData name="Lakshan siriwardhana" userId="a0feec31b91552ea" providerId="LiveId" clId="{6927B9B1-EB07-491A-A503-68962A22E506}" dt="2025-10-20T12:47:39.364" v="1077" actId="26606"/>
          <ac:cxnSpMkLst>
            <pc:docMk/>
            <pc:sldMk cId="1175569799" sldId="259"/>
            <ac:cxnSpMk id="41" creationId="{D259FEF2-F6A5-442F-BA10-4E39EECD0ABE}"/>
          </ac:cxnSpMkLst>
        </pc:cxnChg>
      </pc:sldChg>
      <pc:sldChg chg="addSp delSp modSp new mod setBg">
        <pc:chgData name="Lakshan siriwardhana" userId="a0feec31b91552ea" providerId="LiveId" clId="{6927B9B1-EB07-491A-A503-68962A22E506}" dt="2025-10-20T13:04:51.979" v="2042" actId="26606"/>
        <pc:sldMkLst>
          <pc:docMk/>
          <pc:sldMk cId="3008150575" sldId="260"/>
        </pc:sldMkLst>
        <pc:spChg chg="mod">
          <ac:chgData name="Lakshan siriwardhana" userId="a0feec31b91552ea" providerId="LiveId" clId="{6927B9B1-EB07-491A-A503-68962A22E506}" dt="2025-10-20T13:04:51.979" v="2042" actId="26606"/>
          <ac:spMkLst>
            <pc:docMk/>
            <pc:sldMk cId="3008150575" sldId="260"/>
            <ac:spMk id="2" creationId="{61302D4F-400C-CEAA-B8B4-3A80C0619905}"/>
          </ac:spMkLst>
        </pc:spChg>
        <pc:spChg chg="add">
          <ac:chgData name="Lakshan siriwardhana" userId="a0feec31b91552ea" providerId="LiveId" clId="{6927B9B1-EB07-491A-A503-68962A22E506}" dt="2025-10-20T13:04:51.979" v="2042" actId="26606"/>
          <ac:spMkLst>
            <pc:docMk/>
            <pc:sldMk cId="3008150575" sldId="260"/>
            <ac:spMk id="9" creationId="{482E7304-2AC2-4A5C-924D-A6AC3FFC5EAC}"/>
          </ac:spMkLst>
        </pc:spChg>
        <pc:spChg chg="add">
          <ac:chgData name="Lakshan siriwardhana" userId="a0feec31b91552ea" providerId="LiveId" clId="{6927B9B1-EB07-491A-A503-68962A22E506}" dt="2025-10-20T13:04:51.979" v="2042" actId="26606"/>
          <ac:spMkLst>
            <pc:docMk/>
            <pc:sldMk cId="3008150575" sldId="260"/>
            <ac:spMk id="11" creationId="{A3C183B1-1D4B-4E3D-A02E-A426E3BFA016}"/>
          </ac:spMkLst>
        </pc:spChg>
        <pc:graphicFrameChg chg="add mod modGraphic">
          <ac:chgData name="Lakshan siriwardhana" userId="a0feec31b91552ea" providerId="LiveId" clId="{6927B9B1-EB07-491A-A503-68962A22E506}" dt="2025-10-20T13:04:51.979" v="2042" actId="26606"/>
          <ac:graphicFrameMkLst>
            <pc:docMk/>
            <pc:sldMk cId="3008150575" sldId="260"/>
            <ac:graphicFrameMk id="7" creationId="{75F66CEE-F612-5829-80BC-974ED4F4521C}"/>
          </ac:graphicFrameMkLst>
        </pc:graphicFrameChg>
        <pc:cxnChg chg="add">
          <ac:chgData name="Lakshan siriwardhana" userId="a0feec31b91552ea" providerId="LiveId" clId="{6927B9B1-EB07-491A-A503-68962A22E506}" dt="2025-10-20T13:04:51.979" v="2042" actId="26606"/>
          <ac:cxnSpMkLst>
            <pc:docMk/>
            <pc:sldMk cId="3008150575" sldId="260"/>
            <ac:cxnSpMk id="10" creationId="{D259FEF2-F6A5-442F-BA10-4E39EECD0ABE}"/>
          </ac:cxnSpMkLst>
        </pc:cxnChg>
      </pc:sldChg>
      <pc:sldChg chg="addSp delSp modSp new mod setBg">
        <pc:chgData name="Lakshan siriwardhana" userId="a0feec31b91552ea" providerId="LiveId" clId="{6927B9B1-EB07-491A-A503-68962A22E506}" dt="2025-10-20T13:03:32.672" v="2037"/>
        <pc:sldMkLst>
          <pc:docMk/>
          <pc:sldMk cId="2571750579" sldId="261"/>
        </pc:sldMkLst>
        <pc:spChg chg="mod">
          <ac:chgData name="Lakshan siriwardhana" userId="a0feec31b91552ea" providerId="LiveId" clId="{6927B9B1-EB07-491A-A503-68962A22E506}" dt="2025-10-20T13:03:05.694" v="2026" actId="26606"/>
          <ac:spMkLst>
            <pc:docMk/>
            <pc:sldMk cId="2571750579" sldId="261"/>
            <ac:spMk id="2" creationId="{B9D53E20-BB7C-E7CD-36E9-B0720F6252CD}"/>
          </ac:spMkLst>
        </pc:spChg>
        <pc:spChg chg="add">
          <ac:chgData name="Lakshan siriwardhana" userId="a0feec31b91552ea" providerId="LiveId" clId="{6927B9B1-EB07-491A-A503-68962A22E506}" dt="2025-10-20T13:03:05.694" v="2026" actId="26606"/>
          <ac:spMkLst>
            <pc:docMk/>
            <pc:sldMk cId="2571750579" sldId="261"/>
            <ac:spMk id="9" creationId="{482E7304-2AC2-4A5C-924D-A6AC3FFC5EAC}"/>
          </ac:spMkLst>
        </pc:spChg>
        <pc:spChg chg="add">
          <ac:chgData name="Lakshan siriwardhana" userId="a0feec31b91552ea" providerId="LiveId" clId="{6927B9B1-EB07-491A-A503-68962A22E506}" dt="2025-10-20T13:03:05.694" v="2026" actId="26606"/>
          <ac:spMkLst>
            <pc:docMk/>
            <pc:sldMk cId="2571750579" sldId="261"/>
            <ac:spMk id="13" creationId="{A3C183B1-1D4B-4E3D-A02E-A426E3BFA016}"/>
          </ac:spMkLst>
        </pc:spChg>
        <pc:graphicFrameChg chg="add mod modGraphic">
          <ac:chgData name="Lakshan siriwardhana" userId="a0feec31b91552ea" providerId="LiveId" clId="{6927B9B1-EB07-491A-A503-68962A22E506}" dt="2025-10-20T13:03:32.672" v="2037"/>
          <ac:graphicFrameMkLst>
            <pc:docMk/>
            <pc:sldMk cId="2571750579" sldId="261"/>
            <ac:graphicFrameMk id="5" creationId="{13EC561E-D68A-AF9D-A665-2C1E7063C4CB}"/>
          </ac:graphicFrameMkLst>
        </pc:graphicFrameChg>
        <pc:cxnChg chg="add">
          <ac:chgData name="Lakshan siriwardhana" userId="a0feec31b91552ea" providerId="LiveId" clId="{6927B9B1-EB07-491A-A503-68962A22E506}" dt="2025-10-20T13:03:05.694" v="2026" actId="26606"/>
          <ac:cxnSpMkLst>
            <pc:docMk/>
            <pc:sldMk cId="2571750579" sldId="261"/>
            <ac:cxnSpMk id="11" creationId="{D259FEF2-F6A5-442F-BA10-4E39EECD0ABE}"/>
          </ac:cxnSpMkLst>
        </pc:cxnChg>
      </pc:sldChg>
      <pc:sldChg chg="addSp delSp modSp new mod setBg setClrOvrMap">
        <pc:chgData name="Lakshan siriwardhana" userId="a0feec31b91552ea" providerId="LiveId" clId="{6927B9B1-EB07-491A-A503-68962A22E506}" dt="2025-10-28T15:20:56.681" v="2547" actId="20577"/>
        <pc:sldMkLst>
          <pc:docMk/>
          <pc:sldMk cId="884511652" sldId="262"/>
        </pc:sldMkLst>
        <pc:spChg chg="add mod">
          <ac:chgData name="Lakshan siriwardhana" userId="a0feec31b91552ea" providerId="LiveId" clId="{6927B9B1-EB07-491A-A503-68962A22E506}" dt="2025-10-20T13:15:04.824" v="2114" actId="20577"/>
          <ac:spMkLst>
            <pc:docMk/>
            <pc:sldMk cId="884511652" sldId="262"/>
            <ac:spMk id="2" creationId="{2A1C4512-489B-8CCB-C703-8E4B8F869342}"/>
          </ac:spMkLst>
        </pc:spChg>
        <pc:spChg chg="add mod">
          <ac:chgData name="Lakshan siriwardhana" userId="a0feec31b91552ea" providerId="LiveId" clId="{6927B9B1-EB07-491A-A503-68962A22E506}" dt="2025-10-28T15:20:56.681" v="2547" actId="20577"/>
          <ac:spMkLst>
            <pc:docMk/>
            <pc:sldMk cId="884511652" sldId="262"/>
            <ac:spMk id="3" creationId="{DA2DDE9C-5EB4-9D47-5107-F80940B3E570}"/>
          </ac:spMkLst>
        </pc:spChg>
        <pc:spChg chg="add">
          <ac:chgData name="Lakshan siriwardhana" userId="a0feec31b91552ea" providerId="LiveId" clId="{6927B9B1-EB07-491A-A503-68962A22E506}" dt="2025-10-20T13:14:34.919" v="2100" actId="26606"/>
          <ac:spMkLst>
            <pc:docMk/>
            <pc:sldMk cId="884511652" sldId="262"/>
            <ac:spMk id="28" creationId="{23522FE7-5A29-4EF6-B1EF-2CA55748A772}"/>
          </ac:spMkLst>
        </pc:spChg>
        <pc:spChg chg="add">
          <ac:chgData name="Lakshan siriwardhana" userId="a0feec31b91552ea" providerId="LiveId" clId="{6927B9B1-EB07-491A-A503-68962A22E506}" dt="2025-10-20T13:14:34.919" v="2100" actId="26606"/>
          <ac:spMkLst>
            <pc:docMk/>
            <pc:sldMk cId="884511652" sldId="262"/>
            <ac:spMk id="32" creationId="{1C69834E-5EEE-4D61-833E-04928896454C}"/>
          </ac:spMkLst>
        </pc:spChg>
        <pc:spChg chg="add">
          <ac:chgData name="Lakshan siriwardhana" userId="a0feec31b91552ea" providerId="LiveId" clId="{6927B9B1-EB07-491A-A503-68962A22E506}" dt="2025-10-20T13:14:34.919" v="2100" actId="26606"/>
          <ac:spMkLst>
            <pc:docMk/>
            <pc:sldMk cId="884511652" sldId="262"/>
            <ac:spMk id="33" creationId="{58E5D9BA-46E7-4BFA-9C74-75495BF6F54D}"/>
          </ac:spMkLst>
        </pc:spChg>
        <pc:spChg chg="add">
          <ac:chgData name="Lakshan siriwardhana" userId="a0feec31b91552ea" providerId="LiveId" clId="{6927B9B1-EB07-491A-A503-68962A22E506}" dt="2025-10-20T13:14:34.919" v="2100" actId="26606"/>
          <ac:spMkLst>
            <pc:docMk/>
            <pc:sldMk cId="884511652" sldId="262"/>
            <ac:spMk id="34" creationId="{5B033D76-5800-44B6-AFE9-EE2106935115}"/>
          </ac:spMkLst>
        </pc:spChg>
        <pc:spChg chg="add">
          <ac:chgData name="Lakshan siriwardhana" userId="a0feec31b91552ea" providerId="LiveId" clId="{6927B9B1-EB07-491A-A503-68962A22E506}" dt="2025-10-20T13:14:34.919" v="2100" actId="26606"/>
          <ac:spMkLst>
            <pc:docMk/>
            <pc:sldMk cId="884511652" sldId="262"/>
            <ac:spMk id="35" creationId="{522D6F85-FFBA-4F81-AEE5-AAA17CB7AA98}"/>
          </ac:spMkLst>
        </pc:spChg>
        <pc:spChg chg="add">
          <ac:chgData name="Lakshan siriwardhana" userId="a0feec31b91552ea" providerId="LiveId" clId="{6927B9B1-EB07-491A-A503-68962A22E506}" dt="2025-10-20T13:14:34.919" v="2100" actId="26606"/>
          <ac:spMkLst>
            <pc:docMk/>
            <pc:sldMk cId="884511652" sldId="262"/>
            <ac:spMk id="36" creationId="{13B31514-E6DF-4357-9EEA-EFB7983080DA}"/>
          </ac:spMkLst>
        </pc:spChg>
        <pc:picChg chg="add">
          <ac:chgData name="Lakshan siriwardhana" userId="a0feec31b91552ea" providerId="LiveId" clId="{6927B9B1-EB07-491A-A503-68962A22E506}" dt="2025-10-20T13:14:34.919" v="2100" actId="26606"/>
          <ac:picMkLst>
            <pc:docMk/>
            <pc:sldMk cId="884511652" sldId="262"/>
            <ac:picMk id="29" creationId="{C2192E09-EBC7-416C-B887-DFF915D7F43D}"/>
          </ac:picMkLst>
        </pc:picChg>
        <pc:picChg chg="add">
          <ac:chgData name="Lakshan siriwardhana" userId="a0feec31b91552ea" providerId="LiveId" clId="{6927B9B1-EB07-491A-A503-68962A22E506}" dt="2025-10-20T13:14:34.919" v="2100" actId="26606"/>
          <ac:picMkLst>
            <pc:docMk/>
            <pc:sldMk cId="884511652" sldId="262"/>
            <ac:picMk id="37" creationId="{4C401D57-600A-4C91-AC9A-14CA1ED6F7D8}"/>
          </ac:picMkLst>
        </pc:picChg>
        <pc:cxnChg chg="add">
          <ac:chgData name="Lakshan siriwardhana" userId="a0feec31b91552ea" providerId="LiveId" clId="{6927B9B1-EB07-491A-A503-68962A22E506}" dt="2025-10-20T13:14:34.919" v="2100" actId="26606"/>
          <ac:cxnSpMkLst>
            <pc:docMk/>
            <pc:sldMk cId="884511652" sldId="262"/>
            <ac:cxnSpMk id="27" creationId="{412BDC66-00FA-4A3F-9BC7-BE05FF7705F8}"/>
          </ac:cxnSpMkLst>
        </pc:cxnChg>
      </pc:sldChg>
      <pc:sldChg chg="delSp modSp new del mod">
        <pc:chgData name="Lakshan siriwardhana" userId="a0feec31b91552ea" providerId="LiveId" clId="{6927B9B1-EB07-491A-A503-68962A22E506}" dt="2025-10-20T13:13:10.171" v="2085" actId="2696"/>
        <pc:sldMkLst>
          <pc:docMk/>
          <pc:sldMk cId="2147342699" sldId="262"/>
        </pc:sldMkLst>
      </pc:sldChg>
      <pc:sldChg chg="addSp delSp modSp new mod ord setBg modNotesTx">
        <pc:chgData name="Lakshan siriwardhana" userId="a0feec31b91552ea" providerId="LiveId" clId="{6927B9B1-EB07-491A-A503-68962A22E506}" dt="2025-10-28T19:32:59.888" v="2550"/>
        <pc:sldMkLst>
          <pc:docMk/>
          <pc:sldMk cId="1296613843" sldId="263"/>
        </pc:sldMkLst>
        <pc:spChg chg="add del">
          <ac:chgData name="Lakshan siriwardhana" userId="a0feec31b91552ea" providerId="LiveId" clId="{6927B9B1-EB07-491A-A503-68962A22E506}" dt="2025-10-27T22:51:07.679" v="2118" actId="26606"/>
          <ac:spMkLst>
            <pc:docMk/>
            <pc:sldMk cId="1296613843" sldId="263"/>
            <ac:spMk id="8" creationId="{F1176DA6-4BBF-42A4-9C94-E6613CCD6B37}"/>
          </ac:spMkLst>
        </pc:spChg>
        <pc:spChg chg="add del">
          <ac:chgData name="Lakshan siriwardhana" userId="a0feec31b91552ea" providerId="LiveId" clId="{6927B9B1-EB07-491A-A503-68962A22E506}" dt="2025-10-27T22:51:07.679" v="2118" actId="26606"/>
          <ac:spMkLst>
            <pc:docMk/>
            <pc:sldMk cId="1296613843" sldId="263"/>
            <ac:spMk id="10" creationId="{99AAB0AE-172B-4FB4-80C2-86CD6B824220}"/>
          </ac:spMkLst>
        </pc:spChg>
        <pc:spChg chg="add">
          <ac:chgData name="Lakshan siriwardhana" userId="a0feec31b91552ea" providerId="LiveId" clId="{6927B9B1-EB07-491A-A503-68962A22E506}" dt="2025-10-27T22:51:07.682" v="2119" actId="26606"/>
          <ac:spMkLst>
            <pc:docMk/>
            <pc:sldMk cId="1296613843" sldId="263"/>
            <ac:spMk id="12" creationId="{B6E6531A-0776-43BA-A852-5FB5C77534D5}"/>
          </ac:spMkLst>
        </pc:spChg>
        <pc:spChg chg="add">
          <ac:chgData name="Lakshan siriwardhana" userId="a0feec31b91552ea" providerId="LiveId" clId="{6927B9B1-EB07-491A-A503-68962A22E506}" dt="2025-10-27T22:51:07.682" v="2119" actId="26606"/>
          <ac:spMkLst>
            <pc:docMk/>
            <pc:sldMk cId="1296613843" sldId="263"/>
            <ac:spMk id="13" creationId="{F8C5273F-2B84-46BF-A94F-1A20E13B3AA1}"/>
          </ac:spMkLst>
        </pc:spChg>
        <pc:picChg chg="add mod">
          <ac:chgData name="Lakshan siriwardhana" userId="a0feec31b91552ea" providerId="LiveId" clId="{6927B9B1-EB07-491A-A503-68962A22E506}" dt="2025-10-27T22:51:07.682" v="2119" actId="26606"/>
          <ac:picMkLst>
            <pc:docMk/>
            <pc:sldMk cId="1296613843" sldId="263"/>
            <ac:picMk id="3" creationId="{A0F059AD-A8AF-F3F5-61E2-9589FBBB71FA}"/>
          </ac:picMkLst>
        </pc:picChg>
      </pc:sldChg>
      <pc:sldChg chg="addSp delSp modSp new mod">
        <pc:chgData name="Lakshan siriwardhana" userId="a0feec31b91552ea" providerId="LiveId" clId="{6927B9B1-EB07-491A-A503-68962A22E506}" dt="2025-10-28T20:50:28.440" v="3123" actId="1076"/>
        <pc:sldMkLst>
          <pc:docMk/>
          <pc:sldMk cId="669365606" sldId="264"/>
        </pc:sldMkLst>
        <pc:spChg chg="mod">
          <ac:chgData name="Lakshan siriwardhana" userId="a0feec31b91552ea" providerId="LiveId" clId="{6927B9B1-EB07-491A-A503-68962A22E506}" dt="2025-10-28T20:40:10.215" v="3050" actId="20577"/>
          <ac:spMkLst>
            <pc:docMk/>
            <pc:sldMk cId="669365606" sldId="264"/>
            <ac:spMk id="2" creationId="{45700496-3A9A-6525-2107-FCA30F9A2F8B}"/>
          </ac:spMkLst>
        </pc:spChg>
        <pc:spChg chg="del">
          <ac:chgData name="Lakshan siriwardhana" userId="a0feec31b91552ea" providerId="LiveId" clId="{6927B9B1-EB07-491A-A503-68962A22E506}" dt="2025-10-28T20:46:33.042" v="3111" actId="22"/>
          <ac:spMkLst>
            <pc:docMk/>
            <pc:sldMk cId="669365606" sldId="264"/>
            <ac:spMk id="3" creationId="{952A7FDE-CFF1-C449-E3D7-192368366C66}"/>
          </ac:spMkLst>
        </pc:spChg>
        <pc:picChg chg="add mod ord">
          <ac:chgData name="Lakshan siriwardhana" userId="a0feec31b91552ea" providerId="LiveId" clId="{6927B9B1-EB07-491A-A503-68962A22E506}" dt="2025-10-28T20:50:28.440" v="3123" actId="1076"/>
          <ac:picMkLst>
            <pc:docMk/>
            <pc:sldMk cId="669365606" sldId="264"/>
            <ac:picMk id="5" creationId="{143459D6-9B13-F270-0793-CBB494BEC217}"/>
          </ac:picMkLst>
        </pc:picChg>
        <pc:picChg chg="add del mod">
          <ac:chgData name="Lakshan siriwardhana" userId="a0feec31b91552ea" providerId="LiveId" clId="{6927B9B1-EB07-491A-A503-68962A22E506}" dt="2025-10-28T20:48:44.303" v="3115" actId="478"/>
          <ac:picMkLst>
            <pc:docMk/>
            <pc:sldMk cId="669365606" sldId="264"/>
            <ac:picMk id="7" creationId="{CCA8E873-F96D-FE81-B0DC-6DD18FAFDDD1}"/>
          </ac:picMkLst>
        </pc:picChg>
        <pc:picChg chg="add mod">
          <ac:chgData name="Lakshan siriwardhana" userId="a0feec31b91552ea" providerId="LiveId" clId="{6927B9B1-EB07-491A-A503-68962A22E506}" dt="2025-10-28T20:50:17.385" v="3120" actId="14100"/>
          <ac:picMkLst>
            <pc:docMk/>
            <pc:sldMk cId="669365606" sldId="264"/>
            <ac:picMk id="9" creationId="{1935501C-B3D7-9E5A-BD87-FA6967AED750}"/>
          </ac:picMkLst>
        </pc:picChg>
      </pc:sldChg>
      <pc:sldChg chg="addSp delSp modSp new mod setBg">
        <pc:chgData name="Lakshan siriwardhana" userId="a0feec31b91552ea" providerId="LiveId" clId="{6927B9B1-EB07-491A-A503-68962A22E506}" dt="2025-10-28T20:44:34.533" v="3110" actId="26606"/>
        <pc:sldMkLst>
          <pc:docMk/>
          <pc:sldMk cId="1103184560" sldId="265"/>
        </pc:sldMkLst>
        <pc:spChg chg="add del">
          <ac:chgData name="Lakshan siriwardhana" userId="a0feec31b91552ea" providerId="LiveId" clId="{6927B9B1-EB07-491A-A503-68962A22E506}" dt="2025-10-28T20:42:09.794" v="3055" actId="26606"/>
          <ac:spMkLst>
            <pc:docMk/>
            <pc:sldMk cId="1103184560" sldId="265"/>
            <ac:spMk id="2" creationId="{6D846466-5D64-8179-8BC2-8CC3E6DBE9FB}"/>
          </ac:spMkLst>
        </pc:spChg>
        <pc:spChg chg="add del">
          <ac:chgData name="Lakshan siriwardhana" userId="a0feec31b91552ea" providerId="LiveId" clId="{6927B9B1-EB07-491A-A503-68962A22E506}" dt="2025-10-28T20:42:09.794" v="3055" actId="26606"/>
          <ac:spMkLst>
            <pc:docMk/>
            <pc:sldMk cId="1103184560" sldId="265"/>
            <ac:spMk id="3" creationId="{A3F74A94-F9D4-2A8C-33E5-94726AB37FB1}"/>
          </ac:spMkLst>
        </pc:spChg>
        <pc:spChg chg="add del mod">
          <ac:chgData name="Lakshan siriwardhana" userId="a0feec31b91552ea" providerId="LiveId" clId="{6927B9B1-EB07-491A-A503-68962A22E506}" dt="2025-10-28T20:44:05.299" v="3102" actId="478"/>
          <ac:spMkLst>
            <pc:docMk/>
            <pc:sldMk cId="1103184560" sldId="265"/>
            <ac:spMk id="7" creationId="{4F474B96-5BFF-AB19-7768-49D32FC3FC8D}"/>
          </ac:spMkLst>
        </pc:spChg>
        <pc:spChg chg="add del">
          <ac:chgData name="Lakshan siriwardhana" userId="a0feec31b91552ea" providerId="LiveId" clId="{6927B9B1-EB07-491A-A503-68962A22E506}" dt="2025-10-28T20:42:09.730" v="3054" actId="26606"/>
          <ac:spMkLst>
            <pc:docMk/>
            <pc:sldMk cId="1103184560" sldId="265"/>
            <ac:spMk id="10" creationId="{CDDE5CDF-1512-4CDA-B956-23D223F8DE44}"/>
          </ac:spMkLst>
        </pc:spChg>
        <pc:spChg chg="add del">
          <ac:chgData name="Lakshan siriwardhana" userId="a0feec31b91552ea" providerId="LiveId" clId="{6927B9B1-EB07-491A-A503-68962A22E506}" dt="2025-10-28T20:42:09.730" v="3054" actId="26606"/>
          <ac:spMkLst>
            <pc:docMk/>
            <pc:sldMk cId="1103184560" sldId="265"/>
            <ac:spMk id="16" creationId="{F1176DA6-4BBF-42A4-9C94-E6613CCD6B37}"/>
          </ac:spMkLst>
        </pc:spChg>
        <pc:spChg chg="add del">
          <ac:chgData name="Lakshan siriwardhana" userId="a0feec31b91552ea" providerId="LiveId" clId="{6927B9B1-EB07-491A-A503-68962A22E506}" dt="2025-10-28T20:42:09.730" v="3054" actId="26606"/>
          <ac:spMkLst>
            <pc:docMk/>
            <pc:sldMk cId="1103184560" sldId="265"/>
            <ac:spMk id="18" creationId="{99AAB0AE-172B-4FB4-80C2-86CD6B824220}"/>
          </ac:spMkLst>
        </pc:spChg>
        <pc:spChg chg="add del">
          <ac:chgData name="Lakshan siriwardhana" userId="a0feec31b91552ea" providerId="LiveId" clId="{6927B9B1-EB07-491A-A503-68962A22E506}" dt="2025-10-28T20:43:08.298" v="3089" actId="26606"/>
          <ac:spMkLst>
            <pc:docMk/>
            <pc:sldMk cId="1103184560" sldId="265"/>
            <ac:spMk id="20" creationId="{36B04CFB-FAE5-47DD-9B3E-4E9BA7A89CC1}"/>
          </ac:spMkLst>
        </pc:spChg>
        <pc:spChg chg="add del">
          <ac:chgData name="Lakshan siriwardhana" userId="a0feec31b91552ea" providerId="LiveId" clId="{6927B9B1-EB07-491A-A503-68962A22E506}" dt="2025-10-28T20:43:08.298" v="3089" actId="26606"/>
          <ac:spMkLst>
            <pc:docMk/>
            <pc:sldMk cId="1103184560" sldId="265"/>
            <ac:spMk id="21" creationId="{0CABCAE3-64FC-4149-819F-2C1812824154}"/>
          </ac:spMkLst>
        </pc:spChg>
        <pc:spChg chg="add del">
          <ac:chgData name="Lakshan siriwardhana" userId="a0feec31b91552ea" providerId="LiveId" clId="{6927B9B1-EB07-491A-A503-68962A22E506}" dt="2025-10-28T20:43:08.298" v="3089" actId="26606"/>
          <ac:spMkLst>
            <pc:docMk/>
            <pc:sldMk cId="1103184560" sldId="265"/>
            <ac:spMk id="28" creationId="{622F7FD7-8884-4FD5-95AB-0B5C6033ADF7}"/>
          </ac:spMkLst>
        </pc:spChg>
        <pc:spChg chg="add del">
          <ac:chgData name="Lakshan siriwardhana" userId="a0feec31b91552ea" providerId="LiveId" clId="{6927B9B1-EB07-491A-A503-68962A22E506}" dt="2025-10-28T20:43:08.298" v="3089" actId="26606"/>
          <ac:spMkLst>
            <pc:docMk/>
            <pc:sldMk cId="1103184560" sldId="265"/>
            <ac:spMk id="31" creationId="{2FA7AD0A-1871-4DF8-9235-F49D0513B9C1}"/>
          </ac:spMkLst>
        </pc:spChg>
        <pc:spChg chg="add del mod">
          <ac:chgData name="Lakshan siriwardhana" userId="a0feec31b91552ea" providerId="LiveId" clId="{6927B9B1-EB07-491A-A503-68962A22E506}" dt="2025-10-28T20:44:01.651" v="3101" actId="478"/>
          <ac:spMkLst>
            <pc:docMk/>
            <pc:sldMk cId="1103184560" sldId="265"/>
            <ac:spMk id="33" creationId="{6D846466-5D64-8179-8BC2-8CC3E6DBE9FB}"/>
          </ac:spMkLst>
        </pc:spChg>
        <pc:spChg chg="add del">
          <ac:chgData name="Lakshan siriwardhana" userId="a0feec31b91552ea" providerId="LiveId" clId="{6927B9B1-EB07-491A-A503-68962A22E506}" dt="2025-10-28T20:43:18.123" v="3091" actId="478"/>
          <ac:spMkLst>
            <pc:docMk/>
            <pc:sldMk cId="1103184560" sldId="265"/>
            <ac:spMk id="37" creationId="{3C501157-5A6C-7FD5-44A7-67232AC56276}"/>
          </ac:spMkLst>
        </pc:spChg>
        <pc:spChg chg="add del">
          <ac:chgData name="Lakshan siriwardhana" userId="a0feec31b91552ea" providerId="LiveId" clId="{6927B9B1-EB07-491A-A503-68962A22E506}" dt="2025-10-28T20:43:08.285" v="3088" actId="26606"/>
          <ac:spMkLst>
            <pc:docMk/>
            <pc:sldMk cId="1103184560" sldId="265"/>
            <ac:spMk id="38" creationId="{84C75E2B-CACA-478C-B26B-182AF87A18E3}"/>
          </ac:spMkLst>
        </pc:spChg>
        <pc:spChg chg="add del">
          <ac:chgData name="Lakshan siriwardhana" userId="a0feec31b91552ea" providerId="LiveId" clId="{6927B9B1-EB07-491A-A503-68962A22E506}" dt="2025-10-28T20:43:08.285" v="3088" actId="26606"/>
          <ac:spMkLst>
            <pc:docMk/>
            <pc:sldMk cId="1103184560" sldId="265"/>
            <ac:spMk id="46" creationId="{593D0D1F-C0CE-416A-883C-BF1E03F63B4B}"/>
          </ac:spMkLst>
        </pc:spChg>
        <pc:spChg chg="add del">
          <ac:chgData name="Lakshan siriwardhana" userId="a0feec31b91552ea" providerId="LiveId" clId="{6927B9B1-EB07-491A-A503-68962A22E506}" dt="2025-10-28T20:43:08.285" v="3088" actId="26606"/>
          <ac:spMkLst>
            <pc:docMk/>
            <pc:sldMk cId="1103184560" sldId="265"/>
            <ac:spMk id="48" creationId="{94BB6862-3393-46CC-9A80-E400B3206A09}"/>
          </ac:spMkLst>
        </pc:spChg>
        <pc:spChg chg="add del">
          <ac:chgData name="Lakshan siriwardhana" userId="a0feec31b91552ea" providerId="LiveId" clId="{6927B9B1-EB07-491A-A503-68962A22E506}" dt="2025-10-28T20:44:19.706" v="3108" actId="26606"/>
          <ac:spMkLst>
            <pc:docMk/>
            <pc:sldMk cId="1103184560" sldId="265"/>
            <ac:spMk id="58" creationId="{35C3D674-3D59-4E93-80CA-0C0A9095E816}"/>
          </ac:spMkLst>
        </pc:spChg>
        <pc:spChg chg="add del">
          <ac:chgData name="Lakshan siriwardhana" userId="a0feec31b91552ea" providerId="LiveId" clId="{6927B9B1-EB07-491A-A503-68962A22E506}" dt="2025-10-28T20:44:19.706" v="3108" actId="26606"/>
          <ac:spMkLst>
            <pc:docMk/>
            <pc:sldMk cId="1103184560" sldId="265"/>
            <ac:spMk id="60" creationId="{EF2A81E1-BCBE-426B-8C09-33274E69409D}"/>
          </ac:spMkLst>
        </pc:spChg>
        <pc:spChg chg="add del">
          <ac:chgData name="Lakshan siriwardhana" userId="a0feec31b91552ea" providerId="LiveId" clId="{6927B9B1-EB07-491A-A503-68962A22E506}" dt="2025-10-28T20:44:17.787" v="3105" actId="26606"/>
          <ac:spMkLst>
            <pc:docMk/>
            <pc:sldMk cId="1103184560" sldId="265"/>
            <ac:spMk id="67" creationId="{CDDE5CDF-1512-4CDA-B956-23D223F8DE44}"/>
          </ac:spMkLst>
        </pc:spChg>
        <pc:spChg chg="add del">
          <ac:chgData name="Lakshan siriwardhana" userId="a0feec31b91552ea" providerId="LiveId" clId="{6927B9B1-EB07-491A-A503-68962A22E506}" dt="2025-10-28T20:44:17.787" v="3105" actId="26606"/>
          <ac:spMkLst>
            <pc:docMk/>
            <pc:sldMk cId="1103184560" sldId="265"/>
            <ac:spMk id="73" creationId="{B6E6531A-0776-43BA-A852-5FB5C77534D5}"/>
          </ac:spMkLst>
        </pc:spChg>
        <pc:spChg chg="add del">
          <ac:chgData name="Lakshan siriwardhana" userId="a0feec31b91552ea" providerId="LiveId" clId="{6927B9B1-EB07-491A-A503-68962A22E506}" dt="2025-10-28T20:44:17.787" v="3105" actId="26606"/>
          <ac:spMkLst>
            <pc:docMk/>
            <pc:sldMk cId="1103184560" sldId="265"/>
            <ac:spMk id="75" creationId="{F8C5273F-2B84-46BF-A94F-1A20E13B3AA1}"/>
          </ac:spMkLst>
        </pc:spChg>
        <pc:spChg chg="add del">
          <ac:chgData name="Lakshan siriwardhana" userId="a0feec31b91552ea" providerId="LiveId" clId="{6927B9B1-EB07-491A-A503-68962A22E506}" dt="2025-10-28T20:44:19.668" v="3107" actId="26606"/>
          <ac:spMkLst>
            <pc:docMk/>
            <pc:sldMk cId="1103184560" sldId="265"/>
            <ac:spMk id="77" creationId="{18E8515E-B8C8-482A-A9B5-CE57BC080AAD}"/>
          </ac:spMkLst>
        </pc:spChg>
        <pc:spChg chg="add del">
          <ac:chgData name="Lakshan siriwardhana" userId="a0feec31b91552ea" providerId="LiveId" clId="{6927B9B1-EB07-491A-A503-68962A22E506}" dt="2025-10-28T20:44:19.668" v="3107" actId="26606"/>
          <ac:spMkLst>
            <pc:docMk/>
            <pc:sldMk cId="1103184560" sldId="265"/>
            <ac:spMk id="78" creationId="{CDDE5CDF-1512-4CDA-B956-23D223F8DE44}"/>
          </ac:spMkLst>
        </pc:spChg>
        <pc:spChg chg="add del">
          <ac:chgData name="Lakshan siriwardhana" userId="a0feec31b91552ea" providerId="LiveId" clId="{6927B9B1-EB07-491A-A503-68962A22E506}" dt="2025-10-28T20:44:19.668" v="3107" actId="26606"/>
          <ac:spMkLst>
            <pc:docMk/>
            <pc:sldMk cId="1103184560" sldId="265"/>
            <ac:spMk id="81" creationId="{2C6F198E-F7A1-4125-910D-641C0C2A76D5}"/>
          </ac:spMkLst>
        </pc:spChg>
        <pc:spChg chg="add del">
          <ac:chgData name="Lakshan siriwardhana" userId="a0feec31b91552ea" providerId="LiveId" clId="{6927B9B1-EB07-491A-A503-68962A22E506}" dt="2025-10-28T20:44:19.668" v="3107" actId="26606"/>
          <ac:spMkLst>
            <pc:docMk/>
            <pc:sldMk cId="1103184560" sldId="265"/>
            <ac:spMk id="82" creationId="{907C3A25-D9A7-4F2D-B44C-FA8EB24C7AFD}"/>
          </ac:spMkLst>
        </pc:spChg>
        <pc:spChg chg="add del">
          <ac:chgData name="Lakshan siriwardhana" userId="a0feec31b91552ea" providerId="LiveId" clId="{6927B9B1-EB07-491A-A503-68962A22E506}" dt="2025-10-28T20:44:34.533" v="3110" actId="26606"/>
          <ac:spMkLst>
            <pc:docMk/>
            <pc:sldMk cId="1103184560" sldId="265"/>
            <ac:spMk id="84" creationId="{6738F172-08B9-4BA5-B753-7D93472C0B11}"/>
          </ac:spMkLst>
        </pc:spChg>
        <pc:spChg chg="add">
          <ac:chgData name="Lakshan siriwardhana" userId="a0feec31b91552ea" providerId="LiveId" clId="{6927B9B1-EB07-491A-A503-68962A22E506}" dt="2025-10-28T20:44:34.533" v="3110" actId="26606"/>
          <ac:spMkLst>
            <pc:docMk/>
            <pc:sldMk cId="1103184560" sldId="265"/>
            <ac:spMk id="91" creationId="{6738F172-08B9-4BA5-B753-7D93472C0B11}"/>
          </ac:spMkLst>
        </pc:spChg>
        <pc:picChg chg="add mod">
          <ac:chgData name="Lakshan siriwardhana" userId="a0feec31b91552ea" providerId="LiveId" clId="{6927B9B1-EB07-491A-A503-68962A22E506}" dt="2025-10-28T20:44:34.533" v="3110" actId="26606"/>
          <ac:picMkLst>
            <pc:docMk/>
            <pc:sldMk cId="1103184560" sldId="265"/>
            <ac:picMk id="5" creationId="{1B91735B-23F8-B9B3-D7A9-FEB5D4158214}"/>
          </ac:picMkLst>
        </pc:picChg>
        <pc:picChg chg="add del">
          <ac:chgData name="Lakshan siriwardhana" userId="a0feec31b91552ea" providerId="LiveId" clId="{6927B9B1-EB07-491A-A503-68962A22E506}" dt="2025-10-28T20:42:09.730" v="3054" actId="26606"/>
          <ac:picMkLst>
            <pc:docMk/>
            <pc:sldMk cId="1103184560" sldId="265"/>
            <ac:picMk id="12" creationId="{B029D7D8-5A6B-4C76-94C8-15798C6C5ADB}"/>
          </ac:picMkLst>
        </pc:picChg>
        <pc:picChg chg="add del">
          <ac:chgData name="Lakshan siriwardhana" userId="a0feec31b91552ea" providerId="LiveId" clId="{6927B9B1-EB07-491A-A503-68962A22E506}" dt="2025-10-28T20:43:08.298" v="3089" actId="26606"/>
          <ac:picMkLst>
            <pc:docMk/>
            <pc:sldMk cId="1103184560" sldId="265"/>
            <ac:picMk id="23" creationId="{012FDCFE-9AD2-4D8A-8CBF-B3AA37EBF6DD}"/>
          </ac:picMkLst>
        </pc:picChg>
        <pc:picChg chg="add del">
          <ac:chgData name="Lakshan siriwardhana" userId="a0feec31b91552ea" providerId="LiveId" clId="{6927B9B1-EB07-491A-A503-68962A22E506}" dt="2025-10-28T20:43:08.285" v="3088" actId="26606"/>
          <ac:picMkLst>
            <pc:docMk/>
            <pc:sldMk cId="1103184560" sldId="265"/>
            <ac:picMk id="30" creationId="{16EFE474-4FE0-4E8F-8F09-5ED2C9E76A84}"/>
          </ac:picMkLst>
        </pc:picChg>
        <pc:picChg chg="add del">
          <ac:chgData name="Lakshan siriwardhana" userId="a0feec31b91552ea" providerId="LiveId" clId="{6927B9B1-EB07-491A-A503-68962A22E506}" dt="2025-10-28T20:44:19.706" v="3108" actId="26606"/>
          <ac:picMkLst>
            <pc:docMk/>
            <pc:sldMk cId="1103184560" sldId="265"/>
            <ac:picMk id="61" creationId="{39D1DDD4-5BB3-45BA-B9B3-06B62299AD79}"/>
          </ac:picMkLst>
        </pc:picChg>
        <pc:picChg chg="add del">
          <ac:chgData name="Lakshan siriwardhana" userId="a0feec31b91552ea" providerId="LiveId" clId="{6927B9B1-EB07-491A-A503-68962A22E506}" dt="2025-10-28T20:44:17.787" v="3105" actId="26606"/>
          <ac:picMkLst>
            <pc:docMk/>
            <pc:sldMk cId="1103184560" sldId="265"/>
            <ac:picMk id="69" creationId="{B029D7D8-5A6B-4C76-94C8-15798C6C5ADB}"/>
          </ac:picMkLst>
        </pc:picChg>
        <pc:picChg chg="add del">
          <ac:chgData name="Lakshan siriwardhana" userId="a0feec31b91552ea" providerId="LiveId" clId="{6927B9B1-EB07-491A-A503-68962A22E506}" dt="2025-10-28T20:44:19.668" v="3107" actId="26606"/>
          <ac:picMkLst>
            <pc:docMk/>
            <pc:sldMk cId="1103184560" sldId="265"/>
            <ac:picMk id="79" creationId="{B029D7D8-5A6B-4C76-94C8-15798C6C5ADB}"/>
          </ac:picMkLst>
        </pc:picChg>
        <pc:picChg chg="add del">
          <ac:chgData name="Lakshan siriwardhana" userId="a0feec31b91552ea" providerId="LiveId" clId="{6927B9B1-EB07-491A-A503-68962A22E506}" dt="2025-10-28T20:44:34.533" v="3110" actId="26606"/>
          <ac:picMkLst>
            <pc:docMk/>
            <pc:sldMk cId="1103184560" sldId="265"/>
            <ac:picMk id="85" creationId="{C900681B-C4FD-40B3-B5BC-C33231614C91}"/>
          </ac:picMkLst>
        </pc:picChg>
        <pc:picChg chg="add">
          <ac:chgData name="Lakshan siriwardhana" userId="a0feec31b91552ea" providerId="LiveId" clId="{6927B9B1-EB07-491A-A503-68962A22E506}" dt="2025-10-28T20:44:34.533" v="3110" actId="26606"/>
          <ac:picMkLst>
            <pc:docMk/>
            <pc:sldMk cId="1103184560" sldId="265"/>
            <ac:picMk id="93" creationId="{C900681B-C4FD-40B3-B5BC-C33231614C91}"/>
          </ac:picMkLst>
        </pc:picChg>
        <pc:cxnChg chg="add del">
          <ac:chgData name="Lakshan siriwardhana" userId="a0feec31b91552ea" providerId="LiveId" clId="{6927B9B1-EB07-491A-A503-68962A22E506}" dt="2025-10-28T20:42:09.730" v="3054" actId="26606"/>
          <ac:cxnSpMkLst>
            <pc:docMk/>
            <pc:sldMk cId="1103184560" sldId="265"/>
            <ac:cxnSpMk id="14" creationId="{A5C9319C-E20D-4884-952F-60B6A58C3E34}"/>
          </ac:cxnSpMkLst>
        </pc:cxnChg>
        <pc:cxnChg chg="add del">
          <ac:chgData name="Lakshan siriwardhana" userId="a0feec31b91552ea" providerId="LiveId" clId="{6927B9B1-EB07-491A-A503-68962A22E506}" dt="2025-10-28T20:44:19.706" v="3108" actId="26606"/>
          <ac:cxnSpMkLst>
            <pc:docMk/>
            <pc:sldMk cId="1103184560" sldId="265"/>
            <ac:cxnSpMk id="59" creationId="{C884B8F8-FDC9-498B-9960-5D7260AFCB03}"/>
          </ac:cxnSpMkLst>
        </pc:cxnChg>
        <pc:cxnChg chg="del">
          <ac:chgData name="Lakshan siriwardhana" userId="a0feec31b91552ea" providerId="LiveId" clId="{6927B9B1-EB07-491A-A503-68962A22E506}" dt="2025-10-28T20:44:19.706" v="3108" actId="26606"/>
          <ac:cxnSpMkLst>
            <pc:docMk/>
            <pc:sldMk cId="1103184560" sldId="265"/>
            <ac:cxnSpMk id="62" creationId="{A24DAE64-2302-42EA-8239-F2F0775CA5AD}"/>
          </ac:cxnSpMkLst>
        </pc:cxnChg>
        <pc:cxnChg chg="add del">
          <ac:chgData name="Lakshan siriwardhana" userId="a0feec31b91552ea" providerId="LiveId" clId="{6927B9B1-EB07-491A-A503-68962A22E506}" dt="2025-10-28T20:44:17.787" v="3105" actId="26606"/>
          <ac:cxnSpMkLst>
            <pc:docMk/>
            <pc:sldMk cId="1103184560" sldId="265"/>
            <ac:cxnSpMk id="71" creationId="{A5C9319C-E20D-4884-952F-60B6A58C3E34}"/>
          </ac:cxnSpMkLst>
        </pc:cxnChg>
        <pc:cxnChg chg="add del">
          <ac:chgData name="Lakshan siriwardhana" userId="a0feec31b91552ea" providerId="LiveId" clId="{6927B9B1-EB07-491A-A503-68962A22E506}" dt="2025-10-28T20:44:19.668" v="3107" actId="26606"/>
          <ac:cxnSpMkLst>
            <pc:docMk/>
            <pc:sldMk cId="1103184560" sldId="265"/>
            <ac:cxnSpMk id="80" creationId="{A5C9319C-E20D-4884-952F-60B6A58C3E34}"/>
          </ac:cxnSpMkLst>
        </pc:cxnChg>
        <pc:cxnChg chg="add del">
          <ac:chgData name="Lakshan siriwardhana" userId="a0feec31b91552ea" providerId="LiveId" clId="{6927B9B1-EB07-491A-A503-68962A22E506}" dt="2025-10-28T20:44:34.533" v="3110" actId="26606"/>
          <ac:cxnSpMkLst>
            <pc:docMk/>
            <pc:sldMk cId="1103184560" sldId="265"/>
            <ac:cxnSpMk id="86" creationId="{FEAACD67-2FB5-4530-9B74-8D946F1CE9E3}"/>
          </ac:cxnSpMkLst>
        </pc:cxnChg>
        <pc:cxnChg chg="add">
          <ac:chgData name="Lakshan siriwardhana" userId="a0feec31b91552ea" providerId="LiveId" clId="{6927B9B1-EB07-491A-A503-68962A22E506}" dt="2025-10-28T20:44:34.533" v="3110" actId="26606"/>
          <ac:cxnSpMkLst>
            <pc:docMk/>
            <pc:sldMk cId="1103184560" sldId="265"/>
            <ac:cxnSpMk id="95" creationId="{FEAACD67-2FB5-4530-9B74-8D946F1CE9E3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B7AAB2-559D-4817-99A2-6392B64D709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E50014-2C06-4F32-BA0B-EC086BAD3864}">
      <dgm:prSet/>
      <dgm:spPr/>
      <dgm:t>
        <a:bodyPr/>
        <a:lstStyle/>
        <a:p>
          <a:r>
            <a:rPr lang="en-US" dirty="0"/>
            <a:t>literatures of existing disaster recognizing tools and systems.</a:t>
          </a:r>
        </a:p>
      </dgm:t>
    </dgm:pt>
    <dgm:pt modelId="{80C823D6-D3CD-4981-80F8-6BA9CFBCDB14}" type="parTrans" cxnId="{BAC6C919-C991-4A54-8CBB-982C3FC0EB4A}">
      <dgm:prSet/>
      <dgm:spPr/>
      <dgm:t>
        <a:bodyPr/>
        <a:lstStyle/>
        <a:p>
          <a:endParaRPr lang="en-US"/>
        </a:p>
      </dgm:t>
    </dgm:pt>
    <dgm:pt modelId="{DBB4F15C-763E-421E-B725-8BB659A98537}" type="sibTrans" cxnId="{BAC6C919-C991-4A54-8CBB-982C3FC0EB4A}">
      <dgm:prSet/>
      <dgm:spPr/>
      <dgm:t>
        <a:bodyPr/>
        <a:lstStyle/>
        <a:p>
          <a:endParaRPr lang="en-US"/>
        </a:p>
      </dgm:t>
    </dgm:pt>
    <dgm:pt modelId="{918FE883-4D62-448E-92B6-633B72B9D1EA}">
      <dgm:prSet/>
      <dgm:spPr/>
      <dgm:t>
        <a:bodyPr/>
        <a:lstStyle/>
        <a:p>
          <a:r>
            <a:rPr lang="en-US" dirty="0"/>
            <a:t>Current Technologies used</a:t>
          </a:r>
        </a:p>
      </dgm:t>
    </dgm:pt>
    <dgm:pt modelId="{2AE38125-276C-407C-9307-F1A3267AD32C}" type="parTrans" cxnId="{E49934FB-CF65-4C5A-BBB5-690EDB986A9E}">
      <dgm:prSet/>
      <dgm:spPr/>
      <dgm:t>
        <a:bodyPr/>
        <a:lstStyle/>
        <a:p>
          <a:endParaRPr lang="en-US"/>
        </a:p>
      </dgm:t>
    </dgm:pt>
    <dgm:pt modelId="{48493FDA-0732-4BC0-88B4-11FD787F0BEF}" type="sibTrans" cxnId="{E49934FB-CF65-4C5A-BBB5-690EDB986A9E}">
      <dgm:prSet/>
      <dgm:spPr/>
      <dgm:t>
        <a:bodyPr/>
        <a:lstStyle/>
        <a:p>
          <a:endParaRPr lang="en-US"/>
        </a:p>
      </dgm:t>
    </dgm:pt>
    <dgm:pt modelId="{D421E168-93AB-4FB1-AED9-09948AC6535A}">
      <dgm:prSet/>
      <dgm:spPr/>
      <dgm:t>
        <a:bodyPr/>
        <a:lstStyle/>
        <a:p>
          <a:r>
            <a:rPr lang="en-US" dirty="0"/>
            <a:t>Use case analysis and Gap analysis</a:t>
          </a:r>
        </a:p>
      </dgm:t>
    </dgm:pt>
    <dgm:pt modelId="{79D88C34-5255-4D2B-AFB0-48C4DBDBFECE}" type="parTrans" cxnId="{A7DB354D-D016-4D02-9DC3-1ED830B88519}">
      <dgm:prSet/>
      <dgm:spPr/>
      <dgm:t>
        <a:bodyPr/>
        <a:lstStyle/>
        <a:p>
          <a:endParaRPr lang="en-US"/>
        </a:p>
      </dgm:t>
    </dgm:pt>
    <dgm:pt modelId="{50F34F34-450E-449F-A739-D1EB5A280903}" type="sibTrans" cxnId="{A7DB354D-D016-4D02-9DC3-1ED830B88519}">
      <dgm:prSet/>
      <dgm:spPr/>
      <dgm:t>
        <a:bodyPr/>
        <a:lstStyle/>
        <a:p>
          <a:endParaRPr lang="en-US"/>
        </a:p>
      </dgm:t>
    </dgm:pt>
    <dgm:pt modelId="{B8DBC256-E27C-4036-9DBA-25F834F4CCD8}">
      <dgm:prSet/>
      <dgm:spPr/>
      <dgm:t>
        <a:bodyPr/>
        <a:lstStyle/>
        <a:p>
          <a:r>
            <a:rPr lang="en-US"/>
            <a:t>Challenges</a:t>
          </a:r>
        </a:p>
      </dgm:t>
    </dgm:pt>
    <dgm:pt modelId="{DC14A30E-FAC8-4F98-BD44-7AC411375C13}" type="parTrans" cxnId="{D7EA0843-A238-45E8-8750-B3AAA56E369D}">
      <dgm:prSet/>
      <dgm:spPr/>
      <dgm:t>
        <a:bodyPr/>
        <a:lstStyle/>
        <a:p>
          <a:endParaRPr lang="en-US"/>
        </a:p>
      </dgm:t>
    </dgm:pt>
    <dgm:pt modelId="{A2C95A73-6304-4235-B574-7AA11E434537}" type="sibTrans" cxnId="{D7EA0843-A238-45E8-8750-B3AAA56E369D}">
      <dgm:prSet/>
      <dgm:spPr/>
      <dgm:t>
        <a:bodyPr/>
        <a:lstStyle/>
        <a:p>
          <a:endParaRPr lang="en-US"/>
        </a:p>
      </dgm:t>
    </dgm:pt>
    <dgm:pt modelId="{F0FDE4B0-905B-4805-A98E-E423454A6707}" type="pres">
      <dgm:prSet presAssocID="{53B7AAB2-559D-4817-99A2-6392B64D7090}" presName="linear" presStyleCnt="0">
        <dgm:presLayoutVars>
          <dgm:animLvl val="lvl"/>
          <dgm:resizeHandles val="exact"/>
        </dgm:presLayoutVars>
      </dgm:prSet>
      <dgm:spPr/>
    </dgm:pt>
    <dgm:pt modelId="{30C2D4F1-4596-499F-8378-BA3C0441D075}" type="pres">
      <dgm:prSet presAssocID="{71E50014-2C06-4F32-BA0B-EC086BAD38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577244-250B-44E2-9423-6A9836D81A34}" type="pres">
      <dgm:prSet presAssocID="{DBB4F15C-763E-421E-B725-8BB659A98537}" presName="spacer" presStyleCnt="0"/>
      <dgm:spPr/>
    </dgm:pt>
    <dgm:pt modelId="{BB62BF67-73BE-4EC8-BCB1-8E17A665DDD8}" type="pres">
      <dgm:prSet presAssocID="{918FE883-4D62-448E-92B6-633B72B9D1E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64A4AA-F624-4E27-9CDA-4451F1FE70DE}" type="pres">
      <dgm:prSet presAssocID="{48493FDA-0732-4BC0-88B4-11FD787F0BEF}" presName="spacer" presStyleCnt="0"/>
      <dgm:spPr/>
    </dgm:pt>
    <dgm:pt modelId="{10F6E767-6262-4F9E-B13A-4C955184C40B}" type="pres">
      <dgm:prSet presAssocID="{D421E168-93AB-4FB1-AED9-09948AC653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8A5870-1F77-4EB6-B5D6-13973E219111}" type="pres">
      <dgm:prSet presAssocID="{50F34F34-450E-449F-A739-D1EB5A280903}" presName="spacer" presStyleCnt="0"/>
      <dgm:spPr/>
    </dgm:pt>
    <dgm:pt modelId="{3D34008C-61A5-493B-A03A-919B9CBADEAD}" type="pres">
      <dgm:prSet presAssocID="{B8DBC256-E27C-4036-9DBA-25F834F4CC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C6C919-C991-4A54-8CBB-982C3FC0EB4A}" srcId="{53B7AAB2-559D-4817-99A2-6392B64D7090}" destId="{71E50014-2C06-4F32-BA0B-EC086BAD3864}" srcOrd="0" destOrd="0" parTransId="{80C823D6-D3CD-4981-80F8-6BA9CFBCDB14}" sibTransId="{DBB4F15C-763E-421E-B725-8BB659A98537}"/>
    <dgm:cxn modelId="{C393D660-6500-40E7-9137-B45FC6D1756B}" type="presOf" srcId="{B8DBC256-E27C-4036-9DBA-25F834F4CCD8}" destId="{3D34008C-61A5-493B-A03A-919B9CBADEAD}" srcOrd="0" destOrd="0" presId="urn:microsoft.com/office/officeart/2005/8/layout/vList2"/>
    <dgm:cxn modelId="{D7EA0843-A238-45E8-8750-B3AAA56E369D}" srcId="{53B7AAB2-559D-4817-99A2-6392B64D7090}" destId="{B8DBC256-E27C-4036-9DBA-25F834F4CCD8}" srcOrd="3" destOrd="0" parTransId="{DC14A30E-FAC8-4F98-BD44-7AC411375C13}" sibTransId="{A2C95A73-6304-4235-B574-7AA11E434537}"/>
    <dgm:cxn modelId="{A7DB354D-D016-4D02-9DC3-1ED830B88519}" srcId="{53B7AAB2-559D-4817-99A2-6392B64D7090}" destId="{D421E168-93AB-4FB1-AED9-09948AC6535A}" srcOrd="2" destOrd="0" parTransId="{79D88C34-5255-4D2B-AFB0-48C4DBDBFECE}" sibTransId="{50F34F34-450E-449F-A739-D1EB5A280903}"/>
    <dgm:cxn modelId="{3BA70FAB-AC74-4E8C-9466-65787AA70371}" type="presOf" srcId="{D421E168-93AB-4FB1-AED9-09948AC6535A}" destId="{10F6E767-6262-4F9E-B13A-4C955184C40B}" srcOrd="0" destOrd="0" presId="urn:microsoft.com/office/officeart/2005/8/layout/vList2"/>
    <dgm:cxn modelId="{7A4B9FBF-9EB5-44B5-8CED-B883F086714F}" type="presOf" srcId="{918FE883-4D62-448E-92B6-633B72B9D1EA}" destId="{BB62BF67-73BE-4EC8-BCB1-8E17A665DDD8}" srcOrd="0" destOrd="0" presId="urn:microsoft.com/office/officeart/2005/8/layout/vList2"/>
    <dgm:cxn modelId="{1915E2DA-F865-4D03-B578-45418A54397B}" type="presOf" srcId="{71E50014-2C06-4F32-BA0B-EC086BAD3864}" destId="{30C2D4F1-4596-499F-8378-BA3C0441D075}" srcOrd="0" destOrd="0" presId="urn:microsoft.com/office/officeart/2005/8/layout/vList2"/>
    <dgm:cxn modelId="{0FC3F5EF-7ABA-4D0F-8BFB-DF4E514D03D7}" type="presOf" srcId="{53B7AAB2-559D-4817-99A2-6392B64D7090}" destId="{F0FDE4B0-905B-4805-A98E-E423454A6707}" srcOrd="0" destOrd="0" presId="urn:microsoft.com/office/officeart/2005/8/layout/vList2"/>
    <dgm:cxn modelId="{E49934FB-CF65-4C5A-BBB5-690EDB986A9E}" srcId="{53B7AAB2-559D-4817-99A2-6392B64D7090}" destId="{918FE883-4D62-448E-92B6-633B72B9D1EA}" srcOrd="1" destOrd="0" parTransId="{2AE38125-276C-407C-9307-F1A3267AD32C}" sibTransId="{48493FDA-0732-4BC0-88B4-11FD787F0BEF}"/>
    <dgm:cxn modelId="{DF84347D-EFC1-4BE2-BCE6-EF44A4E56474}" type="presParOf" srcId="{F0FDE4B0-905B-4805-A98E-E423454A6707}" destId="{30C2D4F1-4596-499F-8378-BA3C0441D075}" srcOrd="0" destOrd="0" presId="urn:microsoft.com/office/officeart/2005/8/layout/vList2"/>
    <dgm:cxn modelId="{D967D95D-2EC2-4CDC-A9A0-7F74ED433D63}" type="presParOf" srcId="{F0FDE4B0-905B-4805-A98E-E423454A6707}" destId="{A3577244-250B-44E2-9423-6A9836D81A34}" srcOrd="1" destOrd="0" presId="urn:microsoft.com/office/officeart/2005/8/layout/vList2"/>
    <dgm:cxn modelId="{3E9E205A-5551-41F0-8F68-A439F4CB9AB0}" type="presParOf" srcId="{F0FDE4B0-905B-4805-A98E-E423454A6707}" destId="{BB62BF67-73BE-4EC8-BCB1-8E17A665DDD8}" srcOrd="2" destOrd="0" presId="urn:microsoft.com/office/officeart/2005/8/layout/vList2"/>
    <dgm:cxn modelId="{37CEB08B-8075-432D-9675-42C674747C73}" type="presParOf" srcId="{F0FDE4B0-905B-4805-A98E-E423454A6707}" destId="{3264A4AA-F624-4E27-9CDA-4451F1FE70DE}" srcOrd="3" destOrd="0" presId="urn:microsoft.com/office/officeart/2005/8/layout/vList2"/>
    <dgm:cxn modelId="{B8B6713D-9F96-4088-9C2C-F582B7776C26}" type="presParOf" srcId="{F0FDE4B0-905B-4805-A98E-E423454A6707}" destId="{10F6E767-6262-4F9E-B13A-4C955184C40B}" srcOrd="4" destOrd="0" presId="urn:microsoft.com/office/officeart/2005/8/layout/vList2"/>
    <dgm:cxn modelId="{B0CF1502-C337-475F-A3F8-48A2A820738F}" type="presParOf" srcId="{F0FDE4B0-905B-4805-A98E-E423454A6707}" destId="{5A8A5870-1F77-4EB6-B5D6-13973E219111}" srcOrd="5" destOrd="0" presId="urn:microsoft.com/office/officeart/2005/8/layout/vList2"/>
    <dgm:cxn modelId="{CB27854F-E71C-4F49-B7B0-0FD228CE7007}" type="presParOf" srcId="{F0FDE4B0-905B-4805-A98E-E423454A6707}" destId="{3D34008C-61A5-493B-A03A-919B9CBADE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F4794F-D21D-4B81-BE2B-033E5A8E310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F12EC6-E654-45BE-8744-59273F98DB22}">
      <dgm:prSet/>
      <dgm:spPr/>
      <dgm:t>
        <a:bodyPr/>
        <a:lstStyle/>
        <a:p>
          <a:r>
            <a:rPr lang="en-US"/>
            <a:t>Data collection</a:t>
          </a:r>
        </a:p>
      </dgm:t>
    </dgm:pt>
    <dgm:pt modelId="{97882C09-D026-4DC4-ADD8-7A9F3386CCB7}" type="parTrans" cxnId="{E68FC421-5F91-46CF-A5CC-013B03B65146}">
      <dgm:prSet/>
      <dgm:spPr/>
      <dgm:t>
        <a:bodyPr/>
        <a:lstStyle/>
        <a:p>
          <a:endParaRPr lang="en-US"/>
        </a:p>
      </dgm:t>
    </dgm:pt>
    <dgm:pt modelId="{211F55E1-ECFC-400C-A640-DB6243131937}" type="sibTrans" cxnId="{E68FC421-5F91-46CF-A5CC-013B03B65146}">
      <dgm:prSet/>
      <dgm:spPr/>
      <dgm:t>
        <a:bodyPr/>
        <a:lstStyle/>
        <a:p>
          <a:endParaRPr lang="en-US"/>
        </a:p>
      </dgm:t>
    </dgm:pt>
    <dgm:pt modelId="{38E71EB7-06E0-4F48-A87E-55F0312D463A}">
      <dgm:prSet/>
      <dgm:spPr/>
      <dgm:t>
        <a:bodyPr/>
        <a:lstStyle/>
        <a:p>
          <a:r>
            <a:rPr lang="en-US" dirty="0"/>
            <a:t>Data collection Tools</a:t>
          </a:r>
        </a:p>
      </dgm:t>
    </dgm:pt>
    <dgm:pt modelId="{4E47D5D8-83DF-457D-A2A0-D0862F049221}" type="parTrans" cxnId="{A25C73C3-1846-4084-8163-C05917711DAA}">
      <dgm:prSet/>
      <dgm:spPr/>
      <dgm:t>
        <a:bodyPr/>
        <a:lstStyle/>
        <a:p>
          <a:endParaRPr lang="en-US"/>
        </a:p>
      </dgm:t>
    </dgm:pt>
    <dgm:pt modelId="{6976600F-A477-4611-824E-CD2B38347242}" type="sibTrans" cxnId="{A25C73C3-1846-4084-8163-C05917711DAA}">
      <dgm:prSet/>
      <dgm:spPr/>
      <dgm:t>
        <a:bodyPr/>
        <a:lstStyle/>
        <a:p>
          <a:endParaRPr lang="en-US"/>
        </a:p>
      </dgm:t>
    </dgm:pt>
    <dgm:pt modelId="{95AB0BAA-5FD8-45D6-A14C-136796BB9711}" type="pres">
      <dgm:prSet presAssocID="{43F4794F-D21D-4B81-BE2B-033E5A8E3102}" presName="root" presStyleCnt="0">
        <dgm:presLayoutVars>
          <dgm:dir/>
          <dgm:resizeHandles val="exact"/>
        </dgm:presLayoutVars>
      </dgm:prSet>
      <dgm:spPr/>
    </dgm:pt>
    <dgm:pt modelId="{E9D340C9-6048-4739-991E-14DEBAF2303A}" type="pres">
      <dgm:prSet presAssocID="{66F12EC6-E654-45BE-8744-59273F98DB22}" presName="compNode" presStyleCnt="0"/>
      <dgm:spPr/>
    </dgm:pt>
    <dgm:pt modelId="{DDA81F74-8E5C-4827-B5AC-AC39478199BB}" type="pres">
      <dgm:prSet presAssocID="{66F12EC6-E654-45BE-8744-59273F98DB2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5901E46-43A5-4FC7-A8DB-35D40EA63FB7}" type="pres">
      <dgm:prSet presAssocID="{66F12EC6-E654-45BE-8744-59273F98DB22}" presName="spaceRect" presStyleCnt="0"/>
      <dgm:spPr/>
    </dgm:pt>
    <dgm:pt modelId="{766DE410-F3FE-43DC-92C1-9994910A0880}" type="pres">
      <dgm:prSet presAssocID="{66F12EC6-E654-45BE-8744-59273F98DB22}" presName="textRect" presStyleLbl="revTx" presStyleIdx="0" presStyleCnt="2">
        <dgm:presLayoutVars>
          <dgm:chMax val="1"/>
          <dgm:chPref val="1"/>
        </dgm:presLayoutVars>
      </dgm:prSet>
      <dgm:spPr/>
    </dgm:pt>
    <dgm:pt modelId="{9A73A06E-7313-477B-9E1A-3AE206001CEC}" type="pres">
      <dgm:prSet presAssocID="{211F55E1-ECFC-400C-A640-DB6243131937}" presName="sibTrans" presStyleCnt="0"/>
      <dgm:spPr/>
    </dgm:pt>
    <dgm:pt modelId="{993BB81F-8027-42EB-B210-67C4AEBCE7B7}" type="pres">
      <dgm:prSet presAssocID="{38E71EB7-06E0-4F48-A87E-55F0312D463A}" presName="compNode" presStyleCnt="0"/>
      <dgm:spPr/>
    </dgm:pt>
    <dgm:pt modelId="{95B7155D-5EE1-44C3-A110-1C256F4A257A}" type="pres">
      <dgm:prSet presAssocID="{38E71EB7-06E0-4F48-A87E-55F0312D46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0971C2-41FD-48F2-86F8-7BDEAC411B72}" type="pres">
      <dgm:prSet presAssocID="{38E71EB7-06E0-4F48-A87E-55F0312D463A}" presName="spaceRect" presStyleCnt="0"/>
      <dgm:spPr/>
    </dgm:pt>
    <dgm:pt modelId="{CA830B40-9357-4EDF-8572-F4F7091A9DBF}" type="pres">
      <dgm:prSet presAssocID="{38E71EB7-06E0-4F48-A87E-55F0312D463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68FC421-5F91-46CF-A5CC-013B03B65146}" srcId="{43F4794F-D21D-4B81-BE2B-033E5A8E3102}" destId="{66F12EC6-E654-45BE-8744-59273F98DB22}" srcOrd="0" destOrd="0" parTransId="{97882C09-D026-4DC4-ADD8-7A9F3386CCB7}" sibTransId="{211F55E1-ECFC-400C-A640-DB6243131937}"/>
    <dgm:cxn modelId="{FBF660A8-3E73-4E56-87A8-A28703559499}" type="presOf" srcId="{43F4794F-D21D-4B81-BE2B-033E5A8E3102}" destId="{95AB0BAA-5FD8-45D6-A14C-136796BB9711}" srcOrd="0" destOrd="0" presId="urn:microsoft.com/office/officeart/2018/2/layout/IconLabelList"/>
    <dgm:cxn modelId="{85A26BAD-941E-4B81-B407-39774771EC56}" type="presOf" srcId="{66F12EC6-E654-45BE-8744-59273F98DB22}" destId="{766DE410-F3FE-43DC-92C1-9994910A0880}" srcOrd="0" destOrd="0" presId="urn:microsoft.com/office/officeart/2018/2/layout/IconLabelList"/>
    <dgm:cxn modelId="{A25C73C3-1846-4084-8163-C05917711DAA}" srcId="{43F4794F-D21D-4B81-BE2B-033E5A8E3102}" destId="{38E71EB7-06E0-4F48-A87E-55F0312D463A}" srcOrd="1" destOrd="0" parTransId="{4E47D5D8-83DF-457D-A2A0-D0862F049221}" sibTransId="{6976600F-A477-4611-824E-CD2B38347242}"/>
    <dgm:cxn modelId="{8BCFDBF3-43BF-46EA-BC68-BC368403E723}" type="presOf" srcId="{38E71EB7-06E0-4F48-A87E-55F0312D463A}" destId="{CA830B40-9357-4EDF-8572-F4F7091A9DBF}" srcOrd="0" destOrd="0" presId="urn:microsoft.com/office/officeart/2018/2/layout/IconLabelList"/>
    <dgm:cxn modelId="{0C3890CA-A0D0-4DFD-85F4-2E704F805187}" type="presParOf" srcId="{95AB0BAA-5FD8-45D6-A14C-136796BB9711}" destId="{E9D340C9-6048-4739-991E-14DEBAF2303A}" srcOrd="0" destOrd="0" presId="urn:microsoft.com/office/officeart/2018/2/layout/IconLabelList"/>
    <dgm:cxn modelId="{DBCDA6C9-2073-4441-AC1C-2CCCD063544E}" type="presParOf" srcId="{E9D340C9-6048-4739-991E-14DEBAF2303A}" destId="{DDA81F74-8E5C-4827-B5AC-AC39478199BB}" srcOrd="0" destOrd="0" presId="urn:microsoft.com/office/officeart/2018/2/layout/IconLabelList"/>
    <dgm:cxn modelId="{65CE99FC-9D95-482B-97C9-06379600AC01}" type="presParOf" srcId="{E9D340C9-6048-4739-991E-14DEBAF2303A}" destId="{75901E46-43A5-4FC7-A8DB-35D40EA63FB7}" srcOrd="1" destOrd="0" presId="urn:microsoft.com/office/officeart/2018/2/layout/IconLabelList"/>
    <dgm:cxn modelId="{63DC923E-1891-4817-81D0-C8C6E355C589}" type="presParOf" srcId="{E9D340C9-6048-4739-991E-14DEBAF2303A}" destId="{766DE410-F3FE-43DC-92C1-9994910A0880}" srcOrd="2" destOrd="0" presId="urn:microsoft.com/office/officeart/2018/2/layout/IconLabelList"/>
    <dgm:cxn modelId="{B6870597-264C-4E02-9D40-96A137D78E18}" type="presParOf" srcId="{95AB0BAA-5FD8-45D6-A14C-136796BB9711}" destId="{9A73A06E-7313-477B-9E1A-3AE206001CEC}" srcOrd="1" destOrd="0" presId="urn:microsoft.com/office/officeart/2018/2/layout/IconLabelList"/>
    <dgm:cxn modelId="{3A889A71-23C4-4A99-A57A-B263AD535DDB}" type="presParOf" srcId="{95AB0BAA-5FD8-45D6-A14C-136796BB9711}" destId="{993BB81F-8027-42EB-B210-67C4AEBCE7B7}" srcOrd="2" destOrd="0" presId="urn:microsoft.com/office/officeart/2018/2/layout/IconLabelList"/>
    <dgm:cxn modelId="{DC048785-5E71-43C1-A486-02205974D237}" type="presParOf" srcId="{993BB81F-8027-42EB-B210-67C4AEBCE7B7}" destId="{95B7155D-5EE1-44C3-A110-1C256F4A257A}" srcOrd="0" destOrd="0" presId="urn:microsoft.com/office/officeart/2018/2/layout/IconLabelList"/>
    <dgm:cxn modelId="{26843C5E-34F0-49F8-BB3F-EA5F2C45C631}" type="presParOf" srcId="{993BB81F-8027-42EB-B210-67C4AEBCE7B7}" destId="{D50971C2-41FD-48F2-86F8-7BDEAC411B72}" srcOrd="1" destOrd="0" presId="urn:microsoft.com/office/officeart/2018/2/layout/IconLabelList"/>
    <dgm:cxn modelId="{ED3237C7-AEAF-46C2-9E72-0A565A87F904}" type="presParOf" srcId="{993BB81F-8027-42EB-B210-67C4AEBCE7B7}" destId="{CA830B40-9357-4EDF-8572-F4F7091A9D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382C93-39E6-4654-B609-F02B066F6FCC}" type="doc">
      <dgm:prSet loTypeId="urn:microsoft.com/office/officeart/2018/2/layout/IconLabel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E65A37-1A82-4E3B-8100-33668F7142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Open-Source Data and data from wireless sensor nodes to get the information.</a:t>
          </a:r>
        </a:p>
      </dgm:t>
    </dgm:pt>
    <dgm:pt modelId="{D8E4FC30-5EE0-4267-BD7A-180B0CB060F8}" type="parTrans" cxnId="{F5E12897-7088-47CB-8295-A2C9D9A98A45}">
      <dgm:prSet/>
      <dgm:spPr/>
      <dgm:t>
        <a:bodyPr/>
        <a:lstStyle/>
        <a:p>
          <a:endParaRPr lang="en-US"/>
        </a:p>
      </dgm:t>
    </dgm:pt>
    <dgm:pt modelId="{B980BE56-A391-46F5-A8DD-35A391C9410A}" type="sibTrans" cxnId="{F5E12897-7088-47CB-8295-A2C9D9A98A45}">
      <dgm:prSet/>
      <dgm:spPr/>
      <dgm:t>
        <a:bodyPr/>
        <a:lstStyle/>
        <a:p>
          <a:endParaRPr lang="en-US"/>
        </a:p>
      </dgm:t>
    </dgm:pt>
    <dgm:pt modelId="{7E43A1C4-1E26-41C9-B16C-3A0554AA99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Collect the data into a Central Location.</a:t>
          </a:r>
        </a:p>
        <a:p>
          <a:pPr>
            <a:lnSpc>
              <a:spcPct val="100000"/>
            </a:lnSpc>
          </a:pPr>
          <a:r>
            <a:rPr lang="en-US" dirty="0"/>
            <a:t>(HUB) </a:t>
          </a:r>
        </a:p>
      </dgm:t>
    </dgm:pt>
    <dgm:pt modelId="{A5666098-ABD1-412B-80EB-6B03728F24D9}" type="parTrans" cxnId="{20633084-A57A-4AD6-92C7-60CEF1F783CF}">
      <dgm:prSet/>
      <dgm:spPr/>
      <dgm:t>
        <a:bodyPr/>
        <a:lstStyle/>
        <a:p>
          <a:endParaRPr lang="en-US"/>
        </a:p>
      </dgm:t>
    </dgm:pt>
    <dgm:pt modelId="{3B72D012-9C1D-44D4-A61B-03F873055A57}" type="sibTrans" cxnId="{20633084-A57A-4AD6-92C7-60CEF1F783CF}">
      <dgm:prSet/>
      <dgm:spPr/>
      <dgm:t>
        <a:bodyPr/>
        <a:lstStyle/>
        <a:p>
          <a:endParaRPr lang="en-US"/>
        </a:p>
      </dgm:t>
    </dgm:pt>
    <dgm:pt modelId="{AF4B9BC9-1E3E-4480-B5F0-BE81ADBACD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analyze with real Data  </a:t>
          </a:r>
        </a:p>
      </dgm:t>
    </dgm:pt>
    <dgm:pt modelId="{B1043BAE-DFFA-4B18-86C7-289882CB1CDE}" type="parTrans" cxnId="{55F041B4-B316-419B-8528-2A1AD7CAD93D}">
      <dgm:prSet/>
      <dgm:spPr/>
      <dgm:t>
        <a:bodyPr/>
        <a:lstStyle/>
        <a:p>
          <a:endParaRPr lang="en-US"/>
        </a:p>
      </dgm:t>
    </dgm:pt>
    <dgm:pt modelId="{6AB23D4E-DCA9-43E7-825A-F9BFC7B9D8AE}" type="sibTrans" cxnId="{55F041B4-B316-419B-8528-2A1AD7CAD93D}">
      <dgm:prSet/>
      <dgm:spPr/>
      <dgm:t>
        <a:bodyPr/>
        <a:lstStyle/>
        <a:p>
          <a:endParaRPr lang="en-US"/>
        </a:p>
      </dgm:t>
    </dgm:pt>
    <dgm:pt modelId="{1BB52B21-229C-4A4E-B904-F310DDA3BE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Analyzed data store in a Database</a:t>
          </a:r>
        </a:p>
      </dgm:t>
    </dgm:pt>
    <dgm:pt modelId="{5CCC4E84-DB7E-4EB5-A6A1-3A12568EBA22}" type="parTrans" cxnId="{AE52FB98-6427-4D15-AAFE-CA41C04CDFC4}">
      <dgm:prSet/>
      <dgm:spPr/>
      <dgm:t>
        <a:bodyPr/>
        <a:lstStyle/>
        <a:p>
          <a:endParaRPr lang="en-US"/>
        </a:p>
      </dgm:t>
    </dgm:pt>
    <dgm:pt modelId="{24402FFE-47F5-4991-BC56-F15A2785949E}" type="sibTrans" cxnId="{AE52FB98-6427-4D15-AAFE-CA41C04CDFC4}">
      <dgm:prSet/>
      <dgm:spPr/>
      <dgm:t>
        <a:bodyPr/>
        <a:lstStyle/>
        <a:p>
          <a:endParaRPr lang="en-US"/>
        </a:p>
      </dgm:t>
    </dgm:pt>
    <dgm:pt modelId="{B8959BDB-EFB4-46E8-B0E9-FE564796BE4A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7EB82F93-CF55-4F02-BC7A-BFB5BABA4BF0}" type="parTrans" cxnId="{52967BFC-67DD-4637-B7BD-813B7714CDDB}">
      <dgm:prSet/>
      <dgm:spPr/>
      <dgm:t>
        <a:bodyPr/>
        <a:lstStyle/>
        <a:p>
          <a:endParaRPr lang="en-US"/>
        </a:p>
      </dgm:t>
    </dgm:pt>
    <dgm:pt modelId="{089F9379-916C-4F17-A8C4-7FB5FD6E76B5}" type="sibTrans" cxnId="{52967BFC-67DD-4637-B7BD-813B7714CDDB}">
      <dgm:prSet/>
      <dgm:spPr/>
      <dgm:t>
        <a:bodyPr/>
        <a:lstStyle/>
        <a:p>
          <a:endParaRPr lang="en-US"/>
        </a:p>
      </dgm:t>
    </dgm:pt>
    <dgm:pt modelId="{B8BBA44B-49A7-460F-B49D-68725E3BB8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Finally, we develop a web page and alerting tool when triggers such a notification.	</a:t>
          </a:r>
        </a:p>
      </dgm:t>
    </dgm:pt>
    <dgm:pt modelId="{70AAA23D-A9A7-46D8-8C10-BDE329E74D9A}" type="parTrans" cxnId="{3F1C6FEF-6310-4B9E-B301-1D87A043A00B}">
      <dgm:prSet/>
      <dgm:spPr/>
      <dgm:t>
        <a:bodyPr/>
        <a:lstStyle/>
        <a:p>
          <a:endParaRPr lang="en-US"/>
        </a:p>
      </dgm:t>
    </dgm:pt>
    <dgm:pt modelId="{32E7BD30-1AB6-4C45-92ED-6CC234641F18}" type="sibTrans" cxnId="{3F1C6FEF-6310-4B9E-B301-1D87A043A00B}">
      <dgm:prSet/>
      <dgm:spPr/>
      <dgm:t>
        <a:bodyPr/>
        <a:lstStyle/>
        <a:p>
          <a:endParaRPr lang="en-US"/>
        </a:p>
      </dgm:t>
    </dgm:pt>
    <dgm:pt modelId="{DB733442-025E-4A24-85CB-DA176483D848}" type="pres">
      <dgm:prSet presAssocID="{EB382C93-39E6-4654-B609-F02B066F6FCC}" presName="root" presStyleCnt="0">
        <dgm:presLayoutVars>
          <dgm:dir/>
          <dgm:resizeHandles val="exact"/>
        </dgm:presLayoutVars>
      </dgm:prSet>
      <dgm:spPr/>
    </dgm:pt>
    <dgm:pt modelId="{FC3814A2-8575-4ADC-85FD-C64F88AFF7D5}" type="pres">
      <dgm:prSet presAssocID="{F2E65A37-1A82-4E3B-8100-33668F714212}" presName="compNode" presStyleCnt="0"/>
      <dgm:spPr/>
    </dgm:pt>
    <dgm:pt modelId="{E0688D2D-6B8C-4D7B-BD86-1C5AD5049E98}" type="pres">
      <dgm:prSet presAssocID="{F2E65A37-1A82-4E3B-8100-33668F71421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1BAF32D3-598C-412C-9434-A4ACCDCF9A2D}" type="pres">
      <dgm:prSet presAssocID="{F2E65A37-1A82-4E3B-8100-33668F714212}" presName="spaceRect" presStyleCnt="0"/>
      <dgm:spPr/>
    </dgm:pt>
    <dgm:pt modelId="{37BA9529-5D55-4B5B-9D02-DE7C49027DC2}" type="pres">
      <dgm:prSet presAssocID="{F2E65A37-1A82-4E3B-8100-33668F714212}" presName="textRect" presStyleLbl="revTx" presStyleIdx="0" presStyleCnt="6">
        <dgm:presLayoutVars>
          <dgm:chMax val="1"/>
          <dgm:chPref val="1"/>
        </dgm:presLayoutVars>
      </dgm:prSet>
      <dgm:spPr/>
    </dgm:pt>
    <dgm:pt modelId="{266AD938-C8E0-4DF7-9791-25B600D69738}" type="pres">
      <dgm:prSet presAssocID="{B980BE56-A391-46F5-A8DD-35A391C9410A}" presName="sibTrans" presStyleCnt="0"/>
      <dgm:spPr/>
    </dgm:pt>
    <dgm:pt modelId="{69811857-25A9-4FF6-95C0-7A30C34DEA21}" type="pres">
      <dgm:prSet presAssocID="{7E43A1C4-1E26-41C9-B16C-3A0554AA998F}" presName="compNode" presStyleCnt="0"/>
      <dgm:spPr/>
    </dgm:pt>
    <dgm:pt modelId="{2F4C362F-AFF3-427A-BC21-6FC130F163F5}" type="pres">
      <dgm:prSet presAssocID="{7E43A1C4-1E26-41C9-B16C-3A0554AA998F}" presName="iconRect" presStyleLbl="node1" presStyleIdx="1" presStyleCnt="6" custLinFactNeighborX="32544" custLinFactNeighborY="-943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8E710C8-7D26-4209-8E52-67D858405098}" type="pres">
      <dgm:prSet presAssocID="{7E43A1C4-1E26-41C9-B16C-3A0554AA998F}" presName="spaceRect" presStyleCnt="0"/>
      <dgm:spPr/>
    </dgm:pt>
    <dgm:pt modelId="{0BE50C4E-4E51-4FEF-B12B-FC26A1723D10}" type="pres">
      <dgm:prSet presAssocID="{7E43A1C4-1E26-41C9-B16C-3A0554AA998F}" presName="textRect" presStyleLbl="revTx" presStyleIdx="1" presStyleCnt="6">
        <dgm:presLayoutVars>
          <dgm:chMax val="1"/>
          <dgm:chPref val="1"/>
        </dgm:presLayoutVars>
      </dgm:prSet>
      <dgm:spPr/>
    </dgm:pt>
    <dgm:pt modelId="{A736CAE7-787C-484C-ACC8-B56F69ABDFDB}" type="pres">
      <dgm:prSet presAssocID="{3B72D012-9C1D-44D4-A61B-03F873055A57}" presName="sibTrans" presStyleCnt="0"/>
      <dgm:spPr/>
    </dgm:pt>
    <dgm:pt modelId="{6EB985F1-399D-4B7A-89FE-7ACF4E3C82C0}" type="pres">
      <dgm:prSet presAssocID="{AF4B9BC9-1E3E-4480-B5F0-BE81ADBACD4E}" presName="compNode" presStyleCnt="0"/>
      <dgm:spPr/>
    </dgm:pt>
    <dgm:pt modelId="{61A5B184-30E0-430B-ADC6-9E68283C023B}" type="pres">
      <dgm:prSet presAssocID="{AF4B9BC9-1E3E-4480-B5F0-BE81ADBACD4E}" presName="iconRect" presStyleLbl="node1" presStyleIdx="2" presStyleCnt="6" custLinFactNeighborX="55508" custLinFactNeighborY="1129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6711A70-7CE4-4B83-A4E2-CBA5E0F4EE55}" type="pres">
      <dgm:prSet presAssocID="{AF4B9BC9-1E3E-4480-B5F0-BE81ADBACD4E}" presName="spaceRect" presStyleCnt="0"/>
      <dgm:spPr/>
    </dgm:pt>
    <dgm:pt modelId="{05B5BF7B-5C12-4DF7-A4CA-D2A990FCDFA0}" type="pres">
      <dgm:prSet presAssocID="{AF4B9BC9-1E3E-4480-B5F0-BE81ADBACD4E}" presName="textRect" presStyleLbl="revTx" presStyleIdx="2" presStyleCnt="6" custLinFactNeighborX="30060" custLinFactNeighborY="-1927">
        <dgm:presLayoutVars>
          <dgm:chMax val="1"/>
          <dgm:chPref val="1"/>
        </dgm:presLayoutVars>
      </dgm:prSet>
      <dgm:spPr/>
    </dgm:pt>
    <dgm:pt modelId="{94403E9D-BFAB-4D54-8328-18F0E71C43C7}" type="pres">
      <dgm:prSet presAssocID="{6AB23D4E-DCA9-43E7-825A-F9BFC7B9D8AE}" presName="sibTrans" presStyleCnt="0"/>
      <dgm:spPr/>
    </dgm:pt>
    <dgm:pt modelId="{84AB37FB-EB9D-48C1-9AA8-6214322185DF}" type="pres">
      <dgm:prSet presAssocID="{1BB52B21-229C-4A4E-B904-F310DDA3BED9}" presName="compNode" presStyleCnt="0"/>
      <dgm:spPr/>
    </dgm:pt>
    <dgm:pt modelId="{0529F5C0-89F8-4B4A-B28B-359D779D2EB7}" type="pres">
      <dgm:prSet presAssocID="{1BB52B21-229C-4A4E-B904-F310DDA3BED9}" presName="iconRect" presStyleLbl="node1" presStyleIdx="3" presStyleCnt="6" custLinFactX="21610" custLinFactY="-43183" custLinFactNeighborX="100000" custLinFactNeighborY="-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965D35-D5D2-4464-806B-4192E97267D1}" type="pres">
      <dgm:prSet presAssocID="{1BB52B21-229C-4A4E-B904-F310DDA3BED9}" presName="spaceRect" presStyleCnt="0"/>
      <dgm:spPr/>
    </dgm:pt>
    <dgm:pt modelId="{0DF7D05F-D599-4490-A806-47D8975564F7}" type="pres">
      <dgm:prSet presAssocID="{1BB52B21-229C-4A4E-B904-F310DDA3BED9}" presName="textRect" presStyleLbl="revTx" presStyleIdx="3" presStyleCnt="6" custLinFactY="-63125" custLinFactNeighborX="57037" custLinFactNeighborY="-100000">
        <dgm:presLayoutVars>
          <dgm:chMax val="1"/>
          <dgm:chPref val="1"/>
        </dgm:presLayoutVars>
      </dgm:prSet>
      <dgm:spPr/>
    </dgm:pt>
    <dgm:pt modelId="{25B98512-6780-41FD-96F3-4CAAD85287CF}" type="pres">
      <dgm:prSet presAssocID="{24402FFE-47F5-4991-BC56-F15A2785949E}" presName="sibTrans" presStyleCnt="0"/>
      <dgm:spPr/>
    </dgm:pt>
    <dgm:pt modelId="{26577300-C03A-4F42-9F77-9252CE5B632A}" type="pres">
      <dgm:prSet presAssocID="{B8959BDB-EFB4-46E8-B0E9-FE564796BE4A}" presName="compNode" presStyleCnt="0"/>
      <dgm:spPr/>
    </dgm:pt>
    <dgm:pt modelId="{93CB258C-D1D1-4622-9D68-B1B1AE30E3C5}" type="pres">
      <dgm:prSet presAssocID="{B8959BDB-EFB4-46E8-B0E9-FE564796BE4A}" presName="iconRect" presStyleLbl="node1" presStyleIdx="4" presStyleCnt="6" custLinFactX="-37026" custLinFactY="25036" custLinFactNeighborX="-100000" custLinFactNeighborY="100000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5958B47-8EF0-413C-9A65-A1D8153240F7}" type="pres">
      <dgm:prSet presAssocID="{B8959BDB-EFB4-46E8-B0E9-FE564796BE4A}" presName="spaceRect" presStyleCnt="0"/>
      <dgm:spPr/>
    </dgm:pt>
    <dgm:pt modelId="{8239AA1D-4A56-4A59-8609-3E3C60A6D141}" type="pres">
      <dgm:prSet presAssocID="{B8959BDB-EFB4-46E8-B0E9-FE564796BE4A}" presName="textRect" presStyleLbl="revTx" presStyleIdx="4" presStyleCnt="6">
        <dgm:presLayoutVars>
          <dgm:chMax val="1"/>
          <dgm:chPref val="1"/>
        </dgm:presLayoutVars>
      </dgm:prSet>
      <dgm:spPr/>
    </dgm:pt>
    <dgm:pt modelId="{04A1FE54-C278-46B3-B9A5-24F7E48EA15E}" type="pres">
      <dgm:prSet presAssocID="{089F9379-916C-4F17-A8C4-7FB5FD6E76B5}" presName="sibTrans" presStyleCnt="0"/>
      <dgm:spPr/>
    </dgm:pt>
    <dgm:pt modelId="{6411075B-ABF0-4DB5-B61F-37225D63DCF9}" type="pres">
      <dgm:prSet presAssocID="{B8BBA44B-49A7-460F-B49D-68725E3BB8E7}" presName="compNode" presStyleCnt="0"/>
      <dgm:spPr/>
    </dgm:pt>
    <dgm:pt modelId="{AA01A9B7-37CD-4513-8560-B13628EBDAF9}" type="pres">
      <dgm:prSet presAssocID="{B8BBA44B-49A7-460F-B49D-68725E3BB8E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F353B1D7-3CC8-4876-BAAD-914AA6954ABB}" type="pres">
      <dgm:prSet presAssocID="{B8BBA44B-49A7-460F-B49D-68725E3BB8E7}" presName="spaceRect" presStyleCnt="0"/>
      <dgm:spPr/>
    </dgm:pt>
    <dgm:pt modelId="{34F30BF1-0442-4E28-AF2A-7B5CFDAEAC3F}" type="pres">
      <dgm:prSet presAssocID="{B8BBA44B-49A7-460F-B49D-68725E3BB8E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774740B-9FF7-41F0-BC18-10A96F51EA43}" type="presOf" srcId="{AF4B9BC9-1E3E-4480-B5F0-BE81ADBACD4E}" destId="{05B5BF7B-5C12-4DF7-A4CA-D2A990FCDFA0}" srcOrd="0" destOrd="0" presId="urn:microsoft.com/office/officeart/2018/2/layout/IconLabelList"/>
    <dgm:cxn modelId="{F2B6FA2F-5F29-4F5C-8BB1-2C2D86183A6B}" type="presOf" srcId="{B8959BDB-EFB4-46E8-B0E9-FE564796BE4A}" destId="{8239AA1D-4A56-4A59-8609-3E3C60A6D141}" srcOrd="0" destOrd="0" presId="urn:microsoft.com/office/officeart/2018/2/layout/IconLabelList"/>
    <dgm:cxn modelId="{98A15857-922C-4183-839A-65FE1D9C62BF}" type="presOf" srcId="{1BB52B21-229C-4A4E-B904-F310DDA3BED9}" destId="{0DF7D05F-D599-4490-A806-47D8975564F7}" srcOrd="0" destOrd="0" presId="urn:microsoft.com/office/officeart/2018/2/layout/IconLabelList"/>
    <dgm:cxn modelId="{F60B2179-A549-4C3E-99AA-508F1B2EEF03}" type="presOf" srcId="{B8BBA44B-49A7-460F-B49D-68725E3BB8E7}" destId="{34F30BF1-0442-4E28-AF2A-7B5CFDAEAC3F}" srcOrd="0" destOrd="0" presId="urn:microsoft.com/office/officeart/2018/2/layout/IconLabelList"/>
    <dgm:cxn modelId="{20633084-A57A-4AD6-92C7-60CEF1F783CF}" srcId="{EB382C93-39E6-4654-B609-F02B066F6FCC}" destId="{7E43A1C4-1E26-41C9-B16C-3A0554AA998F}" srcOrd="1" destOrd="0" parTransId="{A5666098-ABD1-412B-80EB-6B03728F24D9}" sibTransId="{3B72D012-9C1D-44D4-A61B-03F873055A57}"/>
    <dgm:cxn modelId="{835E3785-273C-4F34-ABB1-5DDEA6A11B44}" type="presOf" srcId="{7E43A1C4-1E26-41C9-B16C-3A0554AA998F}" destId="{0BE50C4E-4E51-4FEF-B12B-FC26A1723D10}" srcOrd="0" destOrd="0" presId="urn:microsoft.com/office/officeart/2018/2/layout/IconLabelList"/>
    <dgm:cxn modelId="{F5E12897-7088-47CB-8295-A2C9D9A98A45}" srcId="{EB382C93-39E6-4654-B609-F02B066F6FCC}" destId="{F2E65A37-1A82-4E3B-8100-33668F714212}" srcOrd="0" destOrd="0" parTransId="{D8E4FC30-5EE0-4267-BD7A-180B0CB060F8}" sibTransId="{B980BE56-A391-46F5-A8DD-35A391C9410A}"/>
    <dgm:cxn modelId="{AE52FB98-6427-4D15-AAFE-CA41C04CDFC4}" srcId="{EB382C93-39E6-4654-B609-F02B066F6FCC}" destId="{1BB52B21-229C-4A4E-B904-F310DDA3BED9}" srcOrd="3" destOrd="0" parTransId="{5CCC4E84-DB7E-4EB5-A6A1-3A12568EBA22}" sibTransId="{24402FFE-47F5-4991-BC56-F15A2785949E}"/>
    <dgm:cxn modelId="{55F041B4-B316-419B-8528-2A1AD7CAD93D}" srcId="{EB382C93-39E6-4654-B609-F02B066F6FCC}" destId="{AF4B9BC9-1E3E-4480-B5F0-BE81ADBACD4E}" srcOrd="2" destOrd="0" parTransId="{B1043BAE-DFFA-4B18-86C7-289882CB1CDE}" sibTransId="{6AB23D4E-DCA9-43E7-825A-F9BFC7B9D8AE}"/>
    <dgm:cxn modelId="{B18092E0-570B-4640-BC51-41FE6CED4706}" type="presOf" srcId="{EB382C93-39E6-4654-B609-F02B066F6FCC}" destId="{DB733442-025E-4A24-85CB-DA176483D848}" srcOrd="0" destOrd="0" presId="urn:microsoft.com/office/officeart/2018/2/layout/IconLabelList"/>
    <dgm:cxn modelId="{3F1C6FEF-6310-4B9E-B301-1D87A043A00B}" srcId="{EB382C93-39E6-4654-B609-F02B066F6FCC}" destId="{B8BBA44B-49A7-460F-B49D-68725E3BB8E7}" srcOrd="5" destOrd="0" parTransId="{70AAA23D-A9A7-46D8-8C10-BDE329E74D9A}" sibTransId="{32E7BD30-1AB6-4C45-92ED-6CC234641F18}"/>
    <dgm:cxn modelId="{75B617F5-8AE1-45C1-B308-BAE8EA86EE1D}" type="presOf" srcId="{F2E65A37-1A82-4E3B-8100-33668F714212}" destId="{37BA9529-5D55-4B5B-9D02-DE7C49027DC2}" srcOrd="0" destOrd="0" presId="urn:microsoft.com/office/officeart/2018/2/layout/IconLabelList"/>
    <dgm:cxn modelId="{52967BFC-67DD-4637-B7BD-813B7714CDDB}" srcId="{EB382C93-39E6-4654-B609-F02B066F6FCC}" destId="{B8959BDB-EFB4-46E8-B0E9-FE564796BE4A}" srcOrd="4" destOrd="0" parTransId="{7EB82F93-CF55-4F02-BC7A-BFB5BABA4BF0}" sibTransId="{089F9379-916C-4F17-A8C4-7FB5FD6E76B5}"/>
    <dgm:cxn modelId="{E1EEFD05-AB44-4E57-A98F-0231A3F67BA6}" type="presParOf" srcId="{DB733442-025E-4A24-85CB-DA176483D848}" destId="{FC3814A2-8575-4ADC-85FD-C64F88AFF7D5}" srcOrd="0" destOrd="0" presId="urn:microsoft.com/office/officeart/2018/2/layout/IconLabelList"/>
    <dgm:cxn modelId="{B61AC160-9EC9-4A69-8387-1C08459AA02F}" type="presParOf" srcId="{FC3814A2-8575-4ADC-85FD-C64F88AFF7D5}" destId="{E0688D2D-6B8C-4D7B-BD86-1C5AD5049E98}" srcOrd="0" destOrd="0" presId="urn:microsoft.com/office/officeart/2018/2/layout/IconLabelList"/>
    <dgm:cxn modelId="{F486CF5A-9D40-47B0-A24C-78921A904A11}" type="presParOf" srcId="{FC3814A2-8575-4ADC-85FD-C64F88AFF7D5}" destId="{1BAF32D3-598C-412C-9434-A4ACCDCF9A2D}" srcOrd="1" destOrd="0" presId="urn:microsoft.com/office/officeart/2018/2/layout/IconLabelList"/>
    <dgm:cxn modelId="{72FFC666-3CC7-4F92-BA67-E24F3D303343}" type="presParOf" srcId="{FC3814A2-8575-4ADC-85FD-C64F88AFF7D5}" destId="{37BA9529-5D55-4B5B-9D02-DE7C49027DC2}" srcOrd="2" destOrd="0" presId="urn:microsoft.com/office/officeart/2018/2/layout/IconLabelList"/>
    <dgm:cxn modelId="{AC705EAB-F1D7-4EC3-9783-7BB26FE2E3EA}" type="presParOf" srcId="{DB733442-025E-4A24-85CB-DA176483D848}" destId="{266AD938-C8E0-4DF7-9791-25B600D69738}" srcOrd="1" destOrd="0" presId="urn:microsoft.com/office/officeart/2018/2/layout/IconLabelList"/>
    <dgm:cxn modelId="{7C33ED9D-22D0-400C-AA36-1A03B33979A9}" type="presParOf" srcId="{DB733442-025E-4A24-85CB-DA176483D848}" destId="{69811857-25A9-4FF6-95C0-7A30C34DEA21}" srcOrd="2" destOrd="0" presId="urn:microsoft.com/office/officeart/2018/2/layout/IconLabelList"/>
    <dgm:cxn modelId="{AFA52F37-792E-4672-8524-2DA2B472311B}" type="presParOf" srcId="{69811857-25A9-4FF6-95C0-7A30C34DEA21}" destId="{2F4C362F-AFF3-427A-BC21-6FC130F163F5}" srcOrd="0" destOrd="0" presId="urn:microsoft.com/office/officeart/2018/2/layout/IconLabelList"/>
    <dgm:cxn modelId="{C03DE9CE-9EC4-4F93-8B98-3547D32B050A}" type="presParOf" srcId="{69811857-25A9-4FF6-95C0-7A30C34DEA21}" destId="{E8E710C8-7D26-4209-8E52-67D858405098}" srcOrd="1" destOrd="0" presId="urn:microsoft.com/office/officeart/2018/2/layout/IconLabelList"/>
    <dgm:cxn modelId="{57302377-DEB3-411A-B4C2-80E1BED64A8C}" type="presParOf" srcId="{69811857-25A9-4FF6-95C0-7A30C34DEA21}" destId="{0BE50C4E-4E51-4FEF-B12B-FC26A1723D10}" srcOrd="2" destOrd="0" presId="urn:microsoft.com/office/officeart/2018/2/layout/IconLabelList"/>
    <dgm:cxn modelId="{1E9184EF-3B3C-4B81-8A2F-A04C5C3687D5}" type="presParOf" srcId="{DB733442-025E-4A24-85CB-DA176483D848}" destId="{A736CAE7-787C-484C-ACC8-B56F69ABDFDB}" srcOrd="3" destOrd="0" presId="urn:microsoft.com/office/officeart/2018/2/layout/IconLabelList"/>
    <dgm:cxn modelId="{9AC166D3-B6C4-465F-804C-327E514F8928}" type="presParOf" srcId="{DB733442-025E-4A24-85CB-DA176483D848}" destId="{6EB985F1-399D-4B7A-89FE-7ACF4E3C82C0}" srcOrd="4" destOrd="0" presId="urn:microsoft.com/office/officeart/2018/2/layout/IconLabelList"/>
    <dgm:cxn modelId="{9B7DD5A4-8D2A-4ECF-A7E4-8262AC85979C}" type="presParOf" srcId="{6EB985F1-399D-4B7A-89FE-7ACF4E3C82C0}" destId="{61A5B184-30E0-430B-ADC6-9E68283C023B}" srcOrd="0" destOrd="0" presId="urn:microsoft.com/office/officeart/2018/2/layout/IconLabelList"/>
    <dgm:cxn modelId="{A84C047D-EEB0-4966-83CB-5B8DF36F2547}" type="presParOf" srcId="{6EB985F1-399D-4B7A-89FE-7ACF4E3C82C0}" destId="{86711A70-7CE4-4B83-A4E2-CBA5E0F4EE55}" srcOrd="1" destOrd="0" presId="urn:microsoft.com/office/officeart/2018/2/layout/IconLabelList"/>
    <dgm:cxn modelId="{72214029-458F-488D-B976-4C356944B3D5}" type="presParOf" srcId="{6EB985F1-399D-4B7A-89FE-7ACF4E3C82C0}" destId="{05B5BF7B-5C12-4DF7-A4CA-D2A990FCDFA0}" srcOrd="2" destOrd="0" presId="urn:microsoft.com/office/officeart/2018/2/layout/IconLabelList"/>
    <dgm:cxn modelId="{044365D8-0A72-447F-B4BD-8C416E1CDB61}" type="presParOf" srcId="{DB733442-025E-4A24-85CB-DA176483D848}" destId="{94403E9D-BFAB-4D54-8328-18F0E71C43C7}" srcOrd="5" destOrd="0" presId="urn:microsoft.com/office/officeart/2018/2/layout/IconLabelList"/>
    <dgm:cxn modelId="{B5772C25-13A2-4017-B17C-7620C355B51A}" type="presParOf" srcId="{DB733442-025E-4A24-85CB-DA176483D848}" destId="{84AB37FB-EB9D-48C1-9AA8-6214322185DF}" srcOrd="6" destOrd="0" presId="urn:microsoft.com/office/officeart/2018/2/layout/IconLabelList"/>
    <dgm:cxn modelId="{8C9B5F41-3141-48E5-8F42-E547D2F29F88}" type="presParOf" srcId="{84AB37FB-EB9D-48C1-9AA8-6214322185DF}" destId="{0529F5C0-89F8-4B4A-B28B-359D779D2EB7}" srcOrd="0" destOrd="0" presId="urn:microsoft.com/office/officeart/2018/2/layout/IconLabelList"/>
    <dgm:cxn modelId="{54A727CD-960E-43DC-B66D-EA41CF36A5B3}" type="presParOf" srcId="{84AB37FB-EB9D-48C1-9AA8-6214322185DF}" destId="{5D965D35-D5D2-4464-806B-4192E97267D1}" srcOrd="1" destOrd="0" presId="urn:microsoft.com/office/officeart/2018/2/layout/IconLabelList"/>
    <dgm:cxn modelId="{BD9E85A3-92E8-4353-BBF6-3BB84CE17250}" type="presParOf" srcId="{84AB37FB-EB9D-48C1-9AA8-6214322185DF}" destId="{0DF7D05F-D599-4490-A806-47D8975564F7}" srcOrd="2" destOrd="0" presId="urn:microsoft.com/office/officeart/2018/2/layout/IconLabelList"/>
    <dgm:cxn modelId="{44E4991B-97FA-4E6E-B8D1-0F369D1B4A09}" type="presParOf" srcId="{DB733442-025E-4A24-85CB-DA176483D848}" destId="{25B98512-6780-41FD-96F3-4CAAD85287CF}" srcOrd="7" destOrd="0" presId="urn:microsoft.com/office/officeart/2018/2/layout/IconLabelList"/>
    <dgm:cxn modelId="{B0CEF777-0CDC-4679-8F8D-ACABDA533E5D}" type="presParOf" srcId="{DB733442-025E-4A24-85CB-DA176483D848}" destId="{26577300-C03A-4F42-9F77-9252CE5B632A}" srcOrd="8" destOrd="0" presId="urn:microsoft.com/office/officeart/2018/2/layout/IconLabelList"/>
    <dgm:cxn modelId="{0619FF98-6C55-413F-91C3-9B004DC40687}" type="presParOf" srcId="{26577300-C03A-4F42-9F77-9252CE5B632A}" destId="{93CB258C-D1D1-4622-9D68-B1B1AE30E3C5}" srcOrd="0" destOrd="0" presId="urn:microsoft.com/office/officeart/2018/2/layout/IconLabelList"/>
    <dgm:cxn modelId="{C60D9853-564E-449F-A77F-2071EDC39C40}" type="presParOf" srcId="{26577300-C03A-4F42-9F77-9252CE5B632A}" destId="{A5958B47-8EF0-413C-9A65-A1D8153240F7}" srcOrd="1" destOrd="0" presId="urn:microsoft.com/office/officeart/2018/2/layout/IconLabelList"/>
    <dgm:cxn modelId="{821A392A-14D4-4CA7-AA64-C8C9D896D86D}" type="presParOf" srcId="{26577300-C03A-4F42-9F77-9252CE5B632A}" destId="{8239AA1D-4A56-4A59-8609-3E3C60A6D141}" srcOrd="2" destOrd="0" presId="urn:microsoft.com/office/officeart/2018/2/layout/IconLabelList"/>
    <dgm:cxn modelId="{9334C8ED-1E99-477E-A94B-D68E1D6D3E28}" type="presParOf" srcId="{DB733442-025E-4A24-85CB-DA176483D848}" destId="{04A1FE54-C278-46B3-B9A5-24F7E48EA15E}" srcOrd="9" destOrd="0" presId="urn:microsoft.com/office/officeart/2018/2/layout/IconLabelList"/>
    <dgm:cxn modelId="{841D2BA9-85FF-4B17-855A-C4E85CF38502}" type="presParOf" srcId="{DB733442-025E-4A24-85CB-DA176483D848}" destId="{6411075B-ABF0-4DB5-B61F-37225D63DCF9}" srcOrd="10" destOrd="0" presId="urn:microsoft.com/office/officeart/2018/2/layout/IconLabelList"/>
    <dgm:cxn modelId="{F4471834-F881-49F5-AB31-6493B52DD5F9}" type="presParOf" srcId="{6411075B-ABF0-4DB5-B61F-37225D63DCF9}" destId="{AA01A9B7-37CD-4513-8560-B13628EBDAF9}" srcOrd="0" destOrd="0" presId="urn:microsoft.com/office/officeart/2018/2/layout/IconLabelList"/>
    <dgm:cxn modelId="{11859F47-4358-4451-B5B9-81AF9ECDFCBB}" type="presParOf" srcId="{6411075B-ABF0-4DB5-B61F-37225D63DCF9}" destId="{F353B1D7-3CC8-4876-BAAD-914AA6954ABB}" srcOrd="1" destOrd="0" presId="urn:microsoft.com/office/officeart/2018/2/layout/IconLabelList"/>
    <dgm:cxn modelId="{2A9AC159-2506-4356-AF5D-4CD87AD573F9}" type="presParOf" srcId="{6411075B-ABF0-4DB5-B61F-37225D63DCF9}" destId="{34F30BF1-0442-4E28-AF2A-7B5CFDAEAC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3AD687-4126-4287-A391-B260FC49499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50364D-35DB-4164-8890-D49D5AE550A6}">
      <dgm:prSet/>
      <dgm:spPr/>
      <dgm:t>
        <a:bodyPr/>
        <a:lstStyle/>
        <a:p>
          <a:r>
            <a:rPr lang="en-US"/>
            <a:t>After analyzing, we evaluate either any disaster going to take place or not</a:t>
          </a:r>
        </a:p>
      </dgm:t>
    </dgm:pt>
    <dgm:pt modelId="{DAA131B3-8CD1-4A3E-9603-D01B4D10EFB9}" type="parTrans" cxnId="{F8B9BCD5-964A-4BAE-A56E-0B6148A61743}">
      <dgm:prSet/>
      <dgm:spPr/>
      <dgm:t>
        <a:bodyPr/>
        <a:lstStyle/>
        <a:p>
          <a:endParaRPr lang="en-US"/>
        </a:p>
      </dgm:t>
    </dgm:pt>
    <dgm:pt modelId="{5F74BBEC-7E37-4940-96CB-A8190746B2CE}" type="sibTrans" cxnId="{F8B9BCD5-964A-4BAE-A56E-0B6148A61743}">
      <dgm:prSet/>
      <dgm:spPr/>
      <dgm:t>
        <a:bodyPr/>
        <a:lstStyle/>
        <a:p>
          <a:endParaRPr lang="en-US"/>
        </a:p>
      </dgm:t>
    </dgm:pt>
    <dgm:pt modelId="{B158691B-E8F0-4C6D-BC9C-34799CA129E2}">
      <dgm:prSet/>
      <dgm:spPr/>
      <dgm:t>
        <a:bodyPr/>
        <a:lstStyle/>
        <a:p>
          <a:r>
            <a:rPr lang="en-US"/>
            <a:t>For instance, we have trained model for evaluating Natural Disaster </a:t>
          </a:r>
        </a:p>
      </dgm:t>
    </dgm:pt>
    <dgm:pt modelId="{8206D97A-B08F-488E-A469-55BA96CF9ABD}" type="parTrans" cxnId="{0D663C12-0B4E-4B93-8675-656A5EBB86D7}">
      <dgm:prSet/>
      <dgm:spPr/>
      <dgm:t>
        <a:bodyPr/>
        <a:lstStyle/>
        <a:p>
          <a:endParaRPr lang="en-US"/>
        </a:p>
      </dgm:t>
    </dgm:pt>
    <dgm:pt modelId="{77734467-D518-400B-9ED8-F9F6864BE726}" type="sibTrans" cxnId="{0D663C12-0B4E-4B93-8675-656A5EBB86D7}">
      <dgm:prSet/>
      <dgm:spPr/>
      <dgm:t>
        <a:bodyPr/>
        <a:lstStyle/>
        <a:p>
          <a:endParaRPr lang="en-US"/>
        </a:p>
      </dgm:t>
    </dgm:pt>
    <dgm:pt modelId="{B4CF05DE-9FC6-431F-A32E-7C4E8CB11C7D}">
      <dgm:prSet/>
      <dgm:spPr/>
      <dgm:t>
        <a:bodyPr/>
        <a:lstStyle/>
        <a:p>
          <a:r>
            <a:rPr lang="en-US"/>
            <a:t>We need to provide this data to our trained model and check its triggering an alert or not in next few hours (next 10 hours maybe).</a:t>
          </a:r>
        </a:p>
      </dgm:t>
    </dgm:pt>
    <dgm:pt modelId="{CD37E7BB-53E1-45F9-A4C7-2C4E227389BB}" type="parTrans" cxnId="{22984E58-2D5C-4254-BE11-DE74F761CBC8}">
      <dgm:prSet/>
      <dgm:spPr/>
      <dgm:t>
        <a:bodyPr/>
        <a:lstStyle/>
        <a:p>
          <a:endParaRPr lang="en-US"/>
        </a:p>
      </dgm:t>
    </dgm:pt>
    <dgm:pt modelId="{8AF88060-AC1D-47CB-AAC9-A6C1845FD18A}" type="sibTrans" cxnId="{22984E58-2D5C-4254-BE11-DE74F761CBC8}">
      <dgm:prSet/>
      <dgm:spPr/>
      <dgm:t>
        <a:bodyPr/>
        <a:lstStyle/>
        <a:p>
          <a:endParaRPr lang="en-US"/>
        </a:p>
      </dgm:t>
    </dgm:pt>
    <dgm:pt modelId="{186042D2-0D55-41B9-BAED-FD1033C6EF40}" type="pres">
      <dgm:prSet presAssocID="{3B3AD687-4126-4287-A391-B260FC494991}" presName="outerComposite" presStyleCnt="0">
        <dgm:presLayoutVars>
          <dgm:chMax val="5"/>
          <dgm:dir/>
          <dgm:resizeHandles val="exact"/>
        </dgm:presLayoutVars>
      </dgm:prSet>
      <dgm:spPr/>
    </dgm:pt>
    <dgm:pt modelId="{B891D1A7-E220-4018-8249-2D448499BB38}" type="pres">
      <dgm:prSet presAssocID="{3B3AD687-4126-4287-A391-B260FC494991}" presName="dummyMaxCanvas" presStyleCnt="0">
        <dgm:presLayoutVars/>
      </dgm:prSet>
      <dgm:spPr/>
    </dgm:pt>
    <dgm:pt modelId="{A7E8EF8D-0BC8-4B2F-B568-4978F08D11C8}" type="pres">
      <dgm:prSet presAssocID="{3B3AD687-4126-4287-A391-B260FC494991}" presName="ThreeNodes_1" presStyleLbl="node1" presStyleIdx="0" presStyleCnt="3">
        <dgm:presLayoutVars>
          <dgm:bulletEnabled val="1"/>
        </dgm:presLayoutVars>
      </dgm:prSet>
      <dgm:spPr/>
    </dgm:pt>
    <dgm:pt modelId="{58122266-3E79-40A1-A1F3-8253499B8E16}" type="pres">
      <dgm:prSet presAssocID="{3B3AD687-4126-4287-A391-B260FC494991}" presName="ThreeNodes_2" presStyleLbl="node1" presStyleIdx="1" presStyleCnt="3">
        <dgm:presLayoutVars>
          <dgm:bulletEnabled val="1"/>
        </dgm:presLayoutVars>
      </dgm:prSet>
      <dgm:spPr/>
    </dgm:pt>
    <dgm:pt modelId="{F98FD3E8-DBDC-4A31-9724-865A48550BF7}" type="pres">
      <dgm:prSet presAssocID="{3B3AD687-4126-4287-A391-B260FC494991}" presName="ThreeNodes_3" presStyleLbl="node1" presStyleIdx="2" presStyleCnt="3">
        <dgm:presLayoutVars>
          <dgm:bulletEnabled val="1"/>
        </dgm:presLayoutVars>
      </dgm:prSet>
      <dgm:spPr/>
    </dgm:pt>
    <dgm:pt modelId="{7BA21948-487D-4BBD-8271-6AF6A005623A}" type="pres">
      <dgm:prSet presAssocID="{3B3AD687-4126-4287-A391-B260FC494991}" presName="ThreeConn_1-2" presStyleLbl="fgAccFollowNode1" presStyleIdx="0" presStyleCnt="2">
        <dgm:presLayoutVars>
          <dgm:bulletEnabled val="1"/>
        </dgm:presLayoutVars>
      </dgm:prSet>
      <dgm:spPr/>
    </dgm:pt>
    <dgm:pt modelId="{2EF41D5A-2C75-438F-8F46-B3A855F0DB1D}" type="pres">
      <dgm:prSet presAssocID="{3B3AD687-4126-4287-A391-B260FC494991}" presName="ThreeConn_2-3" presStyleLbl="fgAccFollowNode1" presStyleIdx="1" presStyleCnt="2">
        <dgm:presLayoutVars>
          <dgm:bulletEnabled val="1"/>
        </dgm:presLayoutVars>
      </dgm:prSet>
      <dgm:spPr/>
    </dgm:pt>
    <dgm:pt modelId="{C5008C8A-94DD-4F62-AD75-7960CCCE6EE4}" type="pres">
      <dgm:prSet presAssocID="{3B3AD687-4126-4287-A391-B260FC494991}" presName="ThreeNodes_1_text" presStyleLbl="node1" presStyleIdx="2" presStyleCnt="3">
        <dgm:presLayoutVars>
          <dgm:bulletEnabled val="1"/>
        </dgm:presLayoutVars>
      </dgm:prSet>
      <dgm:spPr/>
    </dgm:pt>
    <dgm:pt modelId="{765C3D68-65C3-48AC-934A-6C08DE465FFD}" type="pres">
      <dgm:prSet presAssocID="{3B3AD687-4126-4287-A391-B260FC494991}" presName="ThreeNodes_2_text" presStyleLbl="node1" presStyleIdx="2" presStyleCnt="3">
        <dgm:presLayoutVars>
          <dgm:bulletEnabled val="1"/>
        </dgm:presLayoutVars>
      </dgm:prSet>
      <dgm:spPr/>
    </dgm:pt>
    <dgm:pt modelId="{3CB687AF-D307-4E57-99BB-1A2D8B0D6D48}" type="pres">
      <dgm:prSet presAssocID="{3B3AD687-4126-4287-A391-B260FC49499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1ADEF0E-6080-4665-8C3E-E80943372B56}" type="presOf" srcId="{3B3AD687-4126-4287-A391-B260FC494991}" destId="{186042D2-0D55-41B9-BAED-FD1033C6EF40}" srcOrd="0" destOrd="0" presId="urn:microsoft.com/office/officeart/2005/8/layout/vProcess5"/>
    <dgm:cxn modelId="{0D663C12-0B4E-4B93-8675-656A5EBB86D7}" srcId="{3B3AD687-4126-4287-A391-B260FC494991}" destId="{B158691B-E8F0-4C6D-BC9C-34799CA129E2}" srcOrd="1" destOrd="0" parTransId="{8206D97A-B08F-488E-A469-55BA96CF9ABD}" sibTransId="{77734467-D518-400B-9ED8-F9F6864BE726}"/>
    <dgm:cxn modelId="{76184915-962B-46AC-B627-191791367539}" type="presOf" srcId="{B4CF05DE-9FC6-431F-A32E-7C4E8CB11C7D}" destId="{F98FD3E8-DBDC-4A31-9724-865A48550BF7}" srcOrd="0" destOrd="0" presId="urn:microsoft.com/office/officeart/2005/8/layout/vProcess5"/>
    <dgm:cxn modelId="{35321772-E6E8-4E0C-81A4-C82EC1C917AA}" type="presOf" srcId="{77734467-D518-400B-9ED8-F9F6864BE726}" destId="{2EF41D5A-2C75-438F-8F46-B3A855F0DB1D}" srcOrd="0" destOrd="0" presId="urn:microsoft.com/office/officeart/2005/8/layout/vProcess5"/>
    <dgm:cxn modelId="{22984E58-2D5C-4254-BE11-DE74F761CBC8}" srcId="{3B3AD687-4126-4287-A391-B260FC494991}" destId="{B4CF05DE-9FC6-431F-A32E-7C4E8CB11C7D}" srcOrd="2" destOrd="0" parTransId="{CD37E7BB-53E1-45F9-A4C7-2C4E227389BB}" sibTransId="{8AF88060-AC1D-47CB-AAC9-A6C1845FD18A}"/>
    <dgm:cxn modelId="{C4FF66A7-A256-4473-A634-927453A39650}" type="presOf" srcId="{B158691B-E8F0-4C6D-BC9C-34799CA129E2}" destId="{58122266-3E79-40A1-A1F3-8253499B8E16}" srcOrd="0" destOrd="0" presId="urn:microsoft.com/office/officeart/2005/8/layout/vProcess5"/>
    <dgm:cxn modelId="{BD6696A9-B2DA-4136-8B27-C12129AD11E1}" type="presOf" srcId="{5F74BBEC-7E37-4940-96CB-A8190746B2CE}" destId="{7BA21948-487D-4BBD-8271-6AF6A005623A}" srcOrd="0" destOrd="0" presId="urn:microsoft.com/office/officeart/2005/8/layout/vProcess5"/>
    <dgm:cxn modelId="{F8B9BCD5-964A-4BAE-A56E-0B6148A61743}" srcId="{3B3AD687-4126-4287-A391-B260FC494991}" destId="{5050364D-35DB-4164-8890-D49D5AE550A6}" srcOrd="0" destOrd="0" parTransId="{DAA131B3-8CD1-4A3E-9603-D01B4D10EFB9}" sibTransId="{5F74BBEC-7E37-4940-96CB-A8190746B2CE}"/>
    <dgm:cxn modelId="{590C2DE6-FDF5-4B1B-AB46-469BEE319B3A}" type="presOf" srcId="{B158691B-E8F0-4C6D-BC9C-34799CA129E2}" destId="{765C3D68-65C3-48AC-934A-6C08DE465FFD}" srcOrd="1" destOrd="0" presId="urn:microsoft.com/office/officeart/2005/8/layout/vProcess5"/>
    <dgm:cxn modelId="{308C3AF3-CDE8-494A-B1EE-79A53A47723E}" type="presOf" srcId="{5050364D-35DB-4164-8890-D49D5AE550A6}" destId="{A7E8EF8D-0BC8-4B2F-B568-4978F08D11C8}" srcOrd="0" destOrd="0" presId="urn:microsoft.com/office/officeart/2005/8/layout/vProcess5"/>
    <dgm:cxn modelId="{75BCE1F4-4FC7-45CD-91CE-A1C643FD8AED}" type="presOf" srcId="{5050364D-35DB-4164-8890-D49D5AE550A6}" destId="{C5008C8A-94DD-4F62-AD75-7960CCCE6EE4}" srcOrd="1" destOrd="0" presId="urn:microsoft.com/office/officeart/2005/8/layout/vProcess5"/>
    <dgm:cxn modelId="{057E21FD-EAB8-43A9-9A38-01E2F5D7E2C5}" type="presOf" srcId="{B4CF05DE-9FC6-431F-A32E-7C4E8CB11C7D}" destId="{3CB687AF-D307-4E57-99BB-1A2D8B0D6D48}" srcOrd="1" destOrd="0" presId="urn:microsoft.com/office/officeart/2005/8/layout/vProcess5"/>
    <dgm:cxn modelId="{37046871-EE26-440E-843D-73A344705972}" type="presParOf" srcId="{186042D2-0D55-41B9-BAED-FD1033C6EF40}" destId="{B891D1A7-E220-4018-8249-2D448499BB38}" srcOrd="0" destOrd="0" presId="urn:microsoft.com/office/officeart/2005/8/layout/vProcess5"/>
    <dgm:cxn modelId="{A1217CB9-3569-49A4-B07F-C5E580300B70}" type="presParOf" srcId="{186042D2-0D55-41B9-BAED-FD1033C6EF40}" destId="{A7E8EF8D-0BC8-4B2F-B568-4978F08D11C8}" srcOrd="1" destOrd="0" presId="urn:microsoft.com/office/officeart/2005/8/layout/vProcess5"/>
    <dgm:cxn modelId="{39F793D4-F680-4453-B568-F9BF86D08EEB}" type="presParOf" srcId="{186042D2-0D55-41B9-BAED-FD1033C6EF40}" destId="{58122266-3E79-40A1-A1F3-8253499B8E16}" srcOrd="2" destOrd="0" presId="urn:microsoft.com/office/officeart/2005/8/layout/vProcess5"/>
    <dgm:cxn modelId="{7984A9CB-BEB6-4BC0-AC26-3DAC82F74BAB}" type="presParOf" srcId="{186042D2-0D55-41B9-BAED-FD1033C6EF40}" destId="{F98FD3E8-DBDC-4A31-9724-865A48550BF7}" srcOrd="3" destOrd="0" presId="urn:microsoft.com/office/officeart/2005/8/layout/vProcess5"/>
    <dgm:cxn modelId="{EA961342-619F-4E94-87D9-605A8D1FDB23}" type="presParOf" srcId="{186042D2-0D55-41B9-BAED-FD1033C6EF40}" destId="{7BA21948-487D-4BBD-8271-6AF6A005623A}" srcOrd="4" destOrd="0" presId="urn:microsoft.com/office/officeart/2005/8/layout/vProcess5"/>
    <dgm:cxn modelId="{41D9678F-F360-4EAB-BCDC-E617F304ED8C}" type="presParOf" srcId="{186042D2-0D55-41B9-BAED-FD1033C6EF40}" destId="{2EF41D5A-2C75-438F-8F46-B3A855F0DB1D}" srcOrd="5" destOrd="0" presId="urn:microsoft.com/office/officeart/2005/8/layout/vProcess5"/>
    <dgm:cxn modelId="{A60E4E5F-EDDC-4F9A-BE56-A643DD7EAE40}" type="presParOf" srcId="{186042D2-0D55-41B9-BAED-FD1033C6EF40}" destId="{C5008C8A-94DD-4F62-AD75-7960CCCE6EE4}" srcOrd="6" destOrd="0" presId="urn:microsoft.com/office/officeart/2005/8/layout/vProcess5"/>
    <dgm:cxn modelId="{F14093F4-41FF-4C9A-B58F-81B052E3E796}" type="presParOf" srcId="{186042D2-0D55-41B9-BAED-FD1033C6EF40}" destId="{765C3D68-65C3-48AC-934A-6C08DE465FFD}" srcOrd="7" destOrd="0" presId="urn:microsoft.com/office/officeart/2005/8/layout/vProcess5"/>
    <dgm:cxn modelId="{4A0A2306-1582-4A69-A499-6A839511CB7F}" type="presParOf" srcId="{186042D2-0D55-41B9-BAED-FD1033C6EF40}" destId="{3CB687AF-D307-4E57-99BB-1A2D8B0D6D4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789813-CDEA-4075-BD39-4F23FF4041E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5DD28C-B1ED-431D-B1A3-0E202DCC3EB2}">
      <dgm:prSet/>
      <dgm:spPr/>
      <dgm:t>
        <a:bodyPr/>
        <a:lstStyle/>
        <a:p>
          <a:r>
            <a:rPr lang="en-US" dirty="0"/>
            <a:t>Release the article in the university of Vaasa publications.</a:t>
          </a:r>
        </a:p>
      </dgm:t>
    </dgm:pt>
    <dgm:pt modelId="{987CCF7A-C3FB-4E16-9C78-84B0ADB4EAC0}" type="parTrans" cxnId="{1F8461FE-458F-4291-AAC1-5AF73D435346}">
      <dgm:prSet/>
      <dgm:spPr/>
      <dgm:t>
        <a:bodyPr/>
        <a:lstStyle/>
        <a:p>
          <a:endParaRPr lang="en-US"/>
        </a:p>
      </dgm:t>
    </dgm:pt>
    <dgm:pt modelId="{92F2E360-33B6-444B-8891-962F11F420C0}" type="sibTrans" cxnId="{1F8461FE-458F-4291-AAC1-5AF73D435346}">
      <dgm:prSet/>
      <dgm:spPr/>
      <dgm:t>
        <a:bodyPr/>
        <a:lstStyle/>
        <a:p>
          <a:endParaRPr lang="en-US"/>
        </a:p>
      </dgm:t>
    </dgm:pt>
    <dgm:pt modelId="{69B94D79-5258-4F2F-A25D-75332DA4880B}">
      <dgm:prSet/>
      <dgm:spPr/>
      <dgm:t>
        <a:bodyPr/>
        <a:lstStyle/>
        <a:p>
          <a:r>
            <a:rPr lang="en-US" dirty="0"/>
            <a:t>Publish in other platforms as an example, Research Gate etc.</a:t>
          </a:r>
        </a:p>
      </dgm:t>
    </dgm:pt>
    <dgm:pt modelId="{C413DFA6-1C2F-417E-9CDD-03388DE5AD58}" type="parTrans" cxnId="{438C8FD2-C917-45F0-88DE-CE1CA1B1BC6D}">
      <dgm:prSet/>
      <dgm:spPr/>
      <dgm:t>
        <a:bodyPr/>
        <a:lstStyle/>
        <a:p>
          <a:endParaRPr lang="en-US"/>
        </a:p>
      </dgm:t>
    </dgm:pt>
    <dgm:pt modelId="{C71245EC-6112-4535-A2CD-D7AC05B3E854}" type="sibTrans" cxnId="{438C8FD2-C917-45F0-88DE-CE1CA1B1BC6D}">
      <dgm:prSet/>
      <dgm:spPr/>
      <dgm:t>
        <a:bodyPr/>
        <a:lstStyle/>
        <a:p>
          <a:endParaRPr lang="en-US"/>
        </a:p>
      </dgm:t>
    </dgm:pt>
    <dgm:pt modelId="{FA11E1B1-15DC-467A-990F-6A88E0F08236}" type="pres">
      <dgm:prSet presAssocID="{C7789813-CDEA-4075-BD39-4F23FF4041E8}" presName="root" presStyleCnt="0">
        <dgm:presLayoutVars>
          <dgm:dir/>
          <dgm:resizeHandles val="exact"/>
        </dgm:presLayoutVars>
      </dgm:prSet>
      <dgm:spPr/>
    </dgm:pt>
    <dgm:pt modelId="{5229C0D9-4537-45AD-833E-972426A5E32A}" type="pres">
      <dgm:prSet presAssocID="{4D5DD28C-B1ED-431D-B1A3-0E202DCC3EB2}" presName="compNode" presStyleCnt="0"/>
      <dgm:spPr/>
    </dgm:pt>
    <dgm:pt modelId="{8B2EA5E4-CCD0-4AC7-A36D-E710180E04C1}" type="pres">
      <dgm:prSet presAssocID="{4D5DD28C-B1ED-431D-B1A3-0E202DCC3EB2}" presName="iconRect" presStyleLbl="node1" presStyleIdx="0" presStyleCnt="2" custLinFactX="100000" custLinFactNeighborX="160120" custLinFactNeighborY="166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68073F3D-3C98-4E37-8036-104B4BD3BB50}" type="pres">
      <dgm:prSet presAssocID="{4D5DD28C-B1ED-431D-B1A3-0E202DCC3EB2}" presName="spaceRect" presStyleCnt="0"/>
      <dgm:spPr/>
    </dgm:pt>
    <dgm:pt modelId="{3EF32BC0-5A64-4802-8F73-997121259D33}" type="pres">
      <dgm:prSet presAssocID="{4D5DD28C-B1ED-431D-B1A3-0E202DCC3EB2}" presName="textRect" presStyleLbl="revTx" presStyleIdx="0" presStyleCnt="2">
        <dgm:presLayoutVars>
          <dgm:chMax val="1"/>
          <dgm:chPref val="1"/>
        </dgm:presLayoutVars>
      </dgm:prSet>
      <dgm:spPr/>
    </dgm:pt>
    <dgm:pt modelId="{9169DED3-76EF-474D-8634-5551733805D5}" type="pres">
      <dgm:prSet presAssocID="{92F2E360-33B6-444B-8891-962F11F420C0}" presName="sibTrans" presStyleCnt="0"/>
      <dgm:spPr/>
    </dgm:pt>
    <dgm:pt modelId="{D49C7F55-D70C-4DFF-92A7-0F63DE2398FE}" type="pres">
      <dgm:prSet presAssocID="{69B94D79-5258-4F2F-A25D-75332DA4880B}" presName="compNode" presStyleCnt="0"/>
      <dgm:spPr/>
    </dgm:pt>
    <dgm:pt modelId="{5815AA6A-467A-4B7C-9E8B-1ED79EE69F3F}" type="pres">
      <dgm:prSet presAssocID="{69B94D79-5258-4F2F-A25D-75332DA4880B}" presName="iconRect" presStyleLbl="node1" presStyleIdx="1" presStyleCnt="2" custLinFactX="-100000" custLinFactNeighborX="-156428" custLinFactNeighborY="-303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9C093CB-1961-42D3-BCAA-12A305B97A86}" type="pres">
      <dgm:prSet presAssocID="{69B94D79-5258-4F2F-A25D-75332DA4880B}" presName="spaceRect" presStyleCnt="0"/>
      <dgm:spPr/>
    </dgm:pt>
    <dgm:pt modelId="{FFAA6E74-408C-45E6-A89B-9C5317D417DC}" type="pres">
      <dgm:prSet presAssocID="{69B94D79-5258-4F2F-A25D-75332DA4880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D48204-CD41-4AD7-9CB5-9F831C717445}" type="presOf" srcId="{C7789813-CDEA-4075-BD39-4F23FF4041E8}" destId="{FA11E1B1-15DC-467A-990F-6A88E0F08236}" srcOrd="0" destOrd="0" presId="urn:microsoft.com/office/officeart/2018/2/layout/IconLabelList"/>
    <dgm:cxn modelId="{D7A4A68D-05DA-43E8-980C-97DFF3D8C5EA}" type="presOf" srcId="{4D5DD28C-B1ED-431D-B1A3-0E202DCC3EB2}" destId="{3EF32BC0-5A64-4802-8F73-997121259D33}" srcOrd="0" destOrd="0" presId="urn:microsoft.com/office/officeart/2018/2/layout/IconLabelList"/>
    <dgm:cxn modelId="{55550E93-C81E-4EA6-8996-6B1CDE5DBD92}" type="presOf" srcId="{69B94D79-5258-4F2F-A25D-75332DA4880B}" destId="{FFAA6E74-408C-45E6-A89B-9C5317D417DC}" srcOrd="0" destOrd="0" presId="urn:microsoft.com/office/officeart/2018/2/layout/IconLabelList"/>
    <dgm:cxn modelId="{438C8FD2-C917-45F0-88DE-CE1CA1B1BC6D}" srcId="{C7789813-CDEA-4075-BD39-4F23FF4041E8}" destId="{69B94D79-5258-4F2F-A25D-75332DA4880B}" srcOrd="1" destOrd="0" parTransId="{C413DFA6-1C2F-417E-9CDD-03388DE5AD58}" sibTransId="{C71245EC-6112-4535-A2CD-D7AC05B3E854}"/>
    <dgm:cxn modelId="{1F8461FE-458F-4291-AAC1-5AF73D435346}" srcId="{C7789813-CDEA-4075-BD39-4F23FF4041E8}" destId="{4D5DD28C-B1ED-431D-B1A3-0E202DCC3EB2}" srcOrd="0" destOrd="0" parTransId="{987CCF7A-C3FB-4E16-9C78-84B0ADB4EAC0}" sibTransId="{92F2E360-33B6-444B-8891-962F11F420C0}"/>
    <dgm:cxn modelId="{459B6999-A258-40B6-BFA5-1783D45F3E0C}" type="presParOf" srcId="{FA11E1B1-15DC-467A-990F-6A88E0F08236}" destId="{5229C0D9-4537-45AD-833E-972426A5E32A}" srcOrd="0" destOrd="0" presId="urn:microsoft.com/office/officeart/2018/2/layout/IconLabelList"/>
    <dgm:cxn modelId="{0AAD83B3-B08D-4E30-8909-38C3F0935065}" type="presParOf" srcId="{5229C0D9-4537-45AD-833E-972426A5E32A}" destId="{8B2EA5E4-CCD0-4AC7-A36D-E710180E04C1}" srcOrd="0" destOrd="0" presId="urn:microsoft.com/office/officeart/2018/2/layout/IconLabelList"/>
    <dgm:cxn modelId="{14BB50D2-D6DC-42B9-A177-842780CFC515}" type="presParOf" srcId="{5229C0D9-4537-45AD-833E-972426A5E32A}" destId="{68073F3D-3C98-4E37-8036-104B4BD3BB50}" srcOrd="1" destOrd="0" presId="urn:microsoft.com/office/officeart/2018/2/layout/IconLabelList"/>
    <dgm:cxn modelId="{07F05101-30FB-45EE-BFA9-17C21796E4C1}" type="presParOf" srcId="{5229C0D9-4537-45AD-833E-972426A5E32A}" destId="{3EF32BC0-5A64-4802-8F73-997121259D33}" srcOrd="2" destOrd="0" presId="urn:microsoft.com/office/officeart/2018/2/layout/IconLabelList"/>
    <dgm:cxn modelId="{32E3AEF0-3D3E-4415-BFFB-09DF9508040B}" type="presParOf" srcId="{FA11E1B1-15DC-467A-990F-6A88E0F08236}" destId="{9169DED3-76EF-474D-8634-5551733805D5}" srcOrd="1" destOrd="0" presId="urn:microsoft.com/office/officeart/2018/2/layout/IconLabelList"/>
    <dgm:cxn modelId="{BA5F9CCA-EFE6-4AD6-8C60-499EF6A9FA6D}" type="presParOf" srcId="{FA11E1B1-15DC-467A-990F-6A88E0F08236}" destId="{D49C7F55-D70C-4DFF-92A7-0F63DE2398FE}" srcOrd="2" destOrd="0" presId="urn:microsoft.com/office/officeart/2018/2/layout/IconLabelList"/>
    <dgm:cxn modelId="{6854077F-A782-4638-B743-686883B59D59}" type="presParOf" srcId="{D49C7F55-D70C-4DFF-92A7-0F63DE2398FE}" destId="{5815AA6A-467A-4B7C-9E8B-1ED79EE69F3F}" srcOrd="0" destOrd="0" presId="urn:microsoft.com/office/officeart/2018/2/layout/IconLabelList"/>
    <dgm:cxn modelId="{E07DD667-10A2-4408-99B0-1FF78E8E951B}" type="presParOf" srcId="{D49C7F55-D70C-4DFF-92A7-0F63DE2398FE}" destId="{E9C093CB-1961-42D3-BCAA-12A305B97A86}" srcOrd="1" destOrd="0" presId="urn:microsoft.com/office/officeart/2018/2/layout/IconLabelList"/>
    <dgm:cxn modelId="{1B209A2C-8202-4B83-A675-5C7FEA400F34}" type="presParOf" srcId="{D49C7F55-D70C-4DFF-92A7-0F63DE2398FE}" destId="{FFAA6E74-408C-45E6-A89B-9C5317D417D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2D4F1-4596-499F-8378-BA3C0441D075}">
      <dsp:nvSpPr>
        <dsp:cNvPr id="0" name=""/>
        <dsp:cNvSpPr/>
      </dsp:nvSpPr>
      <dsp:spPr>
        <a:xfrm>
          <a:off x="0" y="35424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literatures of existing disaster recognizing tools and systems.</a:t>
          </a:r>
        </a:p>
      </dsp:txBody>
      <dsp:txXfrm>
        <a:off x="52774" y="88198"/>
        <a:ext cx="5807889" cy="975532"/>
      </dsp:txXfrm>
    </dsp:sp>
    <dsp:sp modelId="{BB62BF67-73BE-4EC8-BCB1-8E17A665DDD8}">
      <dsp:nvSpPr>
        <dsp:cNvPr id="0" name=""/>
        <dsp:cNvSpPr/>
      </dsp:nvSpPr>
      <dsp:spPr>
        <a:xfrm>
          <a:off x="0" y="1197144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Current Technologies used</a:t>
          </a:r>
        </a:p>
      </dsp:txBody>
      <dsp:txXfrm>
        <a:off x="52774" y="1249918"/>
        <a:ext cx="5807889" cy="975532"/>
      </dsp:txXfrm>
    </dsp:sp>
    <dsp:sp modelId="{10F6E767-6262-4F9E-B13A-4C955184C40B}">
      <dsp:nvSpPr>
        <dsp:cNvPr id="0" name=""/>
        <dsp:cNvSpPr/>
      </dsp:nvSpPr>
      <dsp:spPr>
        <a:xfrm>
          <a:off x="0" y="2358864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Use case analysis and Gap analysis</a:t>
          </a:r>
        </a:p>
      </dsp:txBody>
      <dsp:txXfrm>
        <a:off x="52774" y="2411638"/>
        <a:ext cx="5807889" cy="975532"/>
      </dsp:txXfrm>
    </dsp:sp>
    <dsp:sp modelId="{3D34008C-61A5-493B-A03A-919B9CBADEAD}">
      <dsp:nvSpPr>
        <dsp:cNvPr id="0" name=""/>
        <dsp:cNvSpPr/>
      </dsp:nvSpPr>
      <dsp:spPr>
        <a:xfrm>
          <a:off x="0" y="3520583"/>
          <a:ext cx="5913437" cy="108108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Challenges</a:t>
          </a:r>
        </a:p>
      </dsp:txBody>
      <dsp:txXfrm>
        <a:off x="52774" y="3573357"/>
        <a:ext cx="5807889" cy="975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81F74-8E5C-4827-B5AC-AC39478199BB}">
      <dsp:nvSpPr>
        <dsp:cNvPr id="0" name=""/>
        <dsp:cNvSpPr/>
      </dsp:nvSpPr>
      <dsp:spPr>
        <a:xfrm>
          <a:off x="1292187" y="294439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DE410-F3FE-43DC-92C1-9994910A0880}">
      <dsp:nvSpPr>
        <dsp:cNvPr id="0" name=""/>
        <dsp:cNvSpPr/>
      </dsp:nvSpPr>
      <dsp:spPr>
        <a:xfrm>
          <a:off x="104187" y="270878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Data collection</a:t>
          </a:r>
        </a:p>
      </dsp:txBody>
      <dsp:txXfrm>
        <a:off x="104187" y="2708787"/>
        <a:ext cx="4320000" cy="720000"/>
      </dsp:txXfrm>
    </dsp:sp>
    <dsp:sp modelId="{95B7155D-5EE1-44C3-A110-1C256F4A257A}">
      <dsp:nvSpPr>
        <dsp:cNvPr id="0" name=""/>
        <dsp:cNvSpPr/>
      </dsp:nvSpPr>
      <dsp:spPr>
        <a:xfrm>
          <a:off x="6368187" y="294439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30B40-9357-4EDF-8572-F4F7091A9DBF}">
      <dsp:nvSpPr>
        <dsp:cNvPr id="0" name=""/>
        <dsp:cNvSpPr/>
      </dsp:nvSpPr>
      <dsp:spPr>
        <a:xfrm>
          <a:off x="5180187" y="270878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Data collection Tools</a:t>
          </a:r>
        </a:p>
      </dsp:txBody>
      <dsp:txXfrm>
        <a:off x="5180187" y="2708787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88D2D-6B8C-4D7B-BD86-1C5AD5049E98}">
      <dsp:nvSpPr>
        <dsp:cNvPr id="0" name=""/>
        <dsp:cNvSpPr/>
      </dsp:nvSpPr>
      <dsp:spPr>
        <a:xfrm>
          <a:off x="388276" y="1156742"/>
          <a:ext cx="628066" cy="628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BA9529-5D55-4B5B-9D02-DE7C49027DC2}">
      <dsp:nvSpPr>
        <dsp:cNvPr id="0" name=""/>
        <dsp:cNvSpPr/>
      </dsp:nvSpPr>
      <dsp:spPr>
        <a:xfrm>
          <a:off x="4458" y="2008202"/>
          <a:ext cx="1395703" cy="55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Open-Source Data and data from wireless sensor nodes to get the information.</a:t>
          </a:r>
        </a:p>
      </dsp:txBody>
      <dsp:txXfrm>
        <a:off x="4458" y="2008202"/>
        <a:ext cx="1395703" cy="558281"/>
      </dsp:txXfrm>
    </dsp:sp>
    <dsp:sp modelId="{2F4C362F-AFF3-427A-BC21-6FC130F163F5}">
      <dsp:nvSpPr>
        <dsp:cNvPr id="0" name=""/>
        <dsp:cNvSpPr/>
      </dsp:nvSpPr>
      <dsp:spPr>
        <a:xfrm>
          <a:off x="2232625" y="1097503"/>
          <a:ext cx="628066" cy="628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E50C4E-4E51-4FEF-B12B-FC26A1723D10}">
      <dsp:nvSpPr>
        <dsp:cNvPr id="0" name=""/>
        <dsp:cNvSpPr/>
      </dsp:nvSpPr>
      <dsp:spPr>
        <a:xfrm>
          <a:off x="1644409" y="2008202"/>
          <a:ext cx="1395703" cy="55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Collect the data into a Central Location.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(HUB) </a:t>
          </a:r>
        </a:p>
      </dsp:txBody>
      <dsp:txXfrm>
        <a:off x="1644409" y="2008202"/>
        <a:ext cx="1395703" cy="558281"/>
      </dsp:txXfrm>
    </dsp:sp>
    <dsp:sp modelId="{61A5B184-30E0-430B-ADC6-9E68283C023B}">
      <dsp:nvSpPr>
        <dsp:cNvPr id="0" name=""/>
        <dsp:cNvSpPr/>
      </dsp:nvSpPr>
      <dsp:spPr>
        <a:xfrm>
          <a:off x="4016805" y="1227701"/>
          <a:ext cx="628066" cy="628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B5BF7B-5C12-4DF7-A4CA-D2A990FCDFA0}">
      <dsp:nvSpPr>
        <dsp:cNvPr id="0" name=""/>
        <dsp:cNvSpPr/>
      </dsp:nvSpPr>
      <dsp:spPr>
        <a:xfrm>
          <a:off x="3703908" y="1997444"/>
          <a:ext cx="1395703" cy="55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analyze with real Data  </a:t>
          </a:r>
        </a:p>
      </dsp:txBody>
      <dsp:txXfrm>
        <a:off x="3703908" y="1997444"/>
        <a:ext cx="1395703" cy="558281"/>
      </dsp:txXfrm>
    </dsp:sp>
    <dsp:sp modelId="{0529F5C0-89F8-4B4A-B28B-359D779D2EB7}">
      <dsp:nvSpPr>
        <dsp:cNvPr id="0" name=""/>
        <dsp:cNvSpPr/>
      </dsp:nvSpPr>
      <dsp:spPr>
        <a:xfrm>
          <a:off x="6071921" y="257458"/>
          <a:ext cx="628066" cy="628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F7D05F-D599-4490-A806-47D8975564F7}">
      <dsp:nvSpPr>
        <dsp:cNvPr id="0" name=""/>
        <dsp:cNvSpPr/>
      </dsp:nvSpPr>
      <dsp:spPr>
        <a:xfrm>
          <a:off x="5720378" y="1097506"/>
          <a:ext cx="1395703" cy="55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Analyzed data store in a Database</a:t>
          </a:r>
        </a:p>
      </dsp:txBody>
      <dsp:txXfrm>
        <a:off x="5720378" y="1097506"/>
        <a:ext cx="1395703" cy="558281"/>
      </dsp:txXfrm>
    </dsp:sp>
    <dsp:sp modelId="{93CB258C-D1D1-4622-9D68-B1B1AE30E3C5}">
      <dsp:nvSpPr>
        <dsp:cNvPr id="0" name=""/>
        <dsp:cNvSpPr/>
      </dsp:nvSpPr>
      <dsp:spPr>
        <a:xfrm>
          <a:off x="6087466" y="1942051"/>
          <a:ext cx="628066" cy="6280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39AA1D-4A56-4A59-8609-3E3C60A6D141}">
      <dsp:nvSpPr>
        <dsp:cNvPr id="0" name=""/>
        <dsp:cNvSpPr/>
      </dsp:nvSpPr>
      <dsp:spPr>
        <a:xfrm>
          <a:off x="6564262" y="2008202"/>
          <a:ext cx="1395703" cy="55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6564262" y="2008202"/>
        <a:ext cx="1395703" cy="558281"/>
      </dsp:txXfrm>
    </dsp:sp>
    <dsp:sp modelId="{AA01A9B7-37CD-4513-8560-B13628EBDAF9}">
      <dsp:nvSpPr>
        <dsp:cNvPr id="0" name=""/>
        <dsp:cNvSpPr/>
      </dsp:nvSpPr>
      <dsp:spPr>
        <a:xfrm>
          <a:off x="8588032" y="1156742"/>
          <a:ext cx="628066" cy="62806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F30BF1-0442-4E28-AF2A-7B5CFDAEAC3F}">
      <dsp:nvSpPr>
        <dsp:cNvPr id="0" name=""/>
        <dsp:cNvSpPr/>
      </dsp:nvSpPr>
      <dsp:spPr>
        <a:xfrm>
          <a:off x="8204213" y="2008202"/>
          <a:ext cx="1395703" cy="55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Finally, we develop a web page and alerting tool when triggers such a notification.	</a:t>
          </a:r>
        </a:p>
      </dsp:txBody>
      <dsp:txXfrm>
        <a:off x="8204213" y="2008202"/>
        <a:ext cx="1395703" cy="5582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8EF8D-0BC8-4B2F-B568-4978F08D11C8}">
      <dsp:nvSpPr>
        <dsp:cNvPr id="0" name=""/>
        <dsp:cNvSpPr/>
      </dsp:nvSpPr>
      <dsp:spPr>
        <a:xfrm>
          <a:off x="0" y="0"/>
          <a:ext cx="8163718" cy="11169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After analyzing, we evaluate either any disaster going to take place or not</a:t>
          </a:r>
        </a:p>
      </dsp:txBody>
      <dsp:txXfrm>
        <a:off x="32715" y="32715"/>
        <a:ext cx="6958422" cy="1051538"/>
      </dsp:txXfrm>
    </dsp:sp>
    <dsp:sp modelId="{58122266-3E79-40A1-A1F3-8253499B8E16}">
      <dsp:nvSpPr>
        <dsp:cNvPr id="0" name=""/>
        <dsp:cNvSpPr/>
      </dsp:nvSpPr>
      <dsp:spPr>
        <a:xfrm>
          <a:off x="720328" y="1303129"/>
          <a:ext cx="8163718" cy="1116968"/>
        </a:xfrm>
        <a:prstGeom prst="roundRect">
          <a:avLst>
            <a:gd name="adj" fmla="val 10000"/>
          </a:avLst>
        </a:prstGeom>
        <a:solidFill>
          <a:schemeClr val="accent2">
            <a:hueOff val="-1696488"/>
            <a:satOff val="5592"/>
            <a:lumOff val="5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 instance, we have trained model for evaluating Natural Disaster </a:t>
          </a:r>
        </a:p>
      </dsp:txBody>
      <dsp:txXfrm>
        <a:off x="753043" y="1335844"/>
        <a:ext cx="6651931" cy="1051538"/>
      </dsp:txXfrm>
    </dsp:sp>
    <dsp:sp modelId="{F98FD3E8-DBDC-4A31-9724-865A48550BF7}">
      <dsp:nvSpPr>
        <dsp:cNvPr id="0" name=""/>
        <dsp:cNvSpPr/>
      </dsp:nvSpPr>
      <dsp:spPr>
        <a:xfrm>
          <a:off x="1440656" y="2606258"/>
          <a:ext cx="8163718" cy="1116968"/>
        </a:xfrm>
        <a:prstGeom prst="roundRect">
          <a:avLst>
            <a:gd name="adj" fmla="val 10000"/>
          </a:avLst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We need to provide this data to our trained model and check its triggering an alert or not in next few hours (next 10 hours maybe).</a:t>
          </a:r>
        </a:p>
      </dsp:txBody>
      <dsp:txXfrm>
        <a:off x="1473371" y="2638973"/>
        <a:ext cx="6651931" cy="1051538"/>
      </dsp:txXfrm>
    </dsp:sp>
    <dsp:sp modelId="{7BA21948-487D-4BBD-8271-6AF6A005623A}">
      <dsp:nvSpPr>
        <dsp:cNvPr id="0" name=""/>
        <dsp:cNvSpPr/>
      </dsp:nvSpPr>
      <dsp:spPr>
        <a:xfrm>
          <a:off x="7437689" y="847034"/>
          <a:ext cx="726029" cy="7260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601046" y="847034"/>
        <a:ext cx="399315" cy="546337"/>
      </dsp:txXfrm>
    </dsp:sp>
    <dsp:sp modelId="{2EF41D5A-2C75-438F-8F46-B3A855F0DB1D}">
      <dsp:nvSpPr>
        <dsp:cNvPr id="0" name=""/>
        <dsp:cNvSpPr/>
      </dsp:nvSpPr>
      <dsp:spPr>
        <a:xfrm>
          <a:off x="8158017" y="2142717"/>
          <a:ext cx="726029" cy="7260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321374" y="2142717"/>
        <a:ext cx="399315" cy="5463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EA5E4-CCD0-4AC7-A36D-E710180E04C1}">
      <dsp:nvSpPr>
        <dsp:cNvPr id="0" name=""/>
        <dsp:cNvSpPr/>
      </dsp:nvSpPr>
      <dsp:spPr>
        <a:xfrm>
          <a:off x="6348920" y="32676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32BC0-5A64-4802-8F73-997121259D33}">
      <dsp:nvSpPr>
        <dsp:cNvPr id="0" name=""/>
        <dsp:cNvSpPr/>
      </dsp:nvSpPr>
      <dsp:spPr>
        <a:xfrm>
          <a:off x="104187" y="270878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Release the article in the university of Vaasa publications.</a:t>
          </a:r>
        </a:p>
      </dsp:txBody>
      <dsp:txXfrm>
        <a:off x="104187" y="2708787"/>
        <a:ext cx="4320000" cy="720000"/>
      </dsp:txXfrm>
    </dsp:sp>
    <dsp:sp modelId="{5815AA6A-467A-4B7C-9E8B-1ED79EE69F3F}">
      <dsp:nvSpPr>
        <dsp:cNvPr id="0" name=""/>
        <dsp:cNvSpPr/>
      </dsp:nvSpPr>
      <dsp:spPr>
        <a:xfrm>
          <a:off x="1383227" y="23543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A6E74-408C-45E6-A89B-9C5317D417DC}">
      <dsp:nvSpPr>
        <dsp:cNvPr id="0" name=""/>
        <dsp:cNvSpPr/>
      </dsp:nvSpPr>
      <dsp:spPr>
        <a:xfrm>
          <a:off x="5180187" y="270878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Publish in other platforms as an example, Research Gate etc.</a:t>
          </a:r>
        </a:p>
      </dsp:txBody>
      <dsp:txXfrm>
        <a:off x="5180187" y="2708787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4D2EB-4AA3-4A6F-860A-8D8ADC8B97F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77890-FD32-4BA6-923B-C1A356985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3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abs/10.1145/3669754.3669802" TargetMode="External"/><Relationship Id="rId3" Type="http://schemas.openxmlformats.org/officeDocument/2006/relationships/hyperlink" Target="https://link.springer.com/article/10.1007/s11069-020-04429-3" TargetMode="External"/><Relationship Id="rId7" Type="http://schemas.openxmlformats.org/officeDocument/2006/relationships/hyperlink" Target="https://link.springer.com/chapter/10.1007/978-981-96-6863-2_6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ink.springer.com/article/10.1007/s11069-020-04124-3" TargetMode="External"/><Relationship Id="rId5" Type="http://schemas.openxmlformats.org/officeDocument/2006/relationships/hyperlink" Target="https://www.researchgate.net/profile/Hassan-Rehan/publication/390466139_Enhancing_Disaster_Response_Systems_Predicting_and_Mitigating_the_Impact_of_Natural_Disasters_Using_AI/links/67eeefd3e8041142a161478a/Enhancing-Disaster-Response-Systems-Predicting-and-Mitigating-the-Impact-of-Natural-Disasters-Using-AI.pdf" TargetMode="External"/><Relationship Id="rId4" Type="http://schemas.openxmlformats.org/officeDocument/2006/relationships/hyperlink" Target="https://www.sciencedirect.com/science/article/pii/S2665963822000525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Literature Reviews 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https://www.geeksforgeeks.org/computer-networks/wireless-sensor-network-wsn/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Can we detect trends in natural disaster management with artificial intelligence? A review of modeling practices | Natural Hazards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AI-</a:t>
            </a:r>
            <a:r>
              <a:rPr lang="en-US" dirty="0" err="1">
                <a:hlinkClick r:id="rId4"/>
              </a:rPr>
              <a:t>SocialDisaster</a:t>
            </a:r>
            <a:r>
              <a:rPr lang="en-US" dirty="0">
                <a:hlinkClick r:id="rId4"/>
              </a:rPr>
              <a:t>: An AI-based software for identifying and analyzing natural disasters from social media – ScienceDirect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Enhancing-Disaster-Response-Systems-Predicting-and-Mitigating-the-Impact-of-Natural-Disasters-Using-AI.pdf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Applications of artificial intelligence for disaster management | Natural Hazards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AI for Natural Disaster Prediction and Management | SpringerLink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Applications of Artificial Intelligence in Disaster Management | Proceedings of the 2024 10th International Conference on Computing and Artificial Intelligence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77890-FD32-4BA6-923B-C1A3569858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41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https://www.kaggle.com/</a:t>
            </a:r>
          </a:p>
          <a:p>
            <a:r>
              <a:rPr lang="en-US" dirty="0"/>
              <a:t>https://ccl.northwestern.edu/netlogo/6.4.0/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77890-FD32-4BA6-923B-C1A3569858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86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- https://www.geeksforgeeks.org/computer-networks/wireless-sensor-network-wsn/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77890-FD32-4BA6-923B-C1A3569858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0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7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57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0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2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20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5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88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8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88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15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3337C-7AAD-43F1-9AB7-80F9DEDCACE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96B0EE-9B23-4CBB-ABAA-996CFF2DF16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39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ad with trees and smoke coming out of it">
            <a:extLst>
              <a:ext uri="{FF2B5EF4-FFF2-40B4-BE49-F238E27FC236}">
                <a16:creationId xmlns:a16="http://schemas.microsoft.com/office/drawing/2014/main" id="{40B86154-6DC7-CAF9-C442-17E4CA4CC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09" r="9090"/>
          <a:stretch>
            <a:fillRect/>
          </a:stretch>
        </p:blipFill>
        <p:spPr>
          <a:xfrm>
            <a:off x="-3177" y="108165"/>
            <a:ext cx="12191695" cy="685799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FF36D6E8-79EC-45BF-966F-CE9EA916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1938130"/>
            <a:ext cx="8293042" cy="3615369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52ABF-55D5-7070-D5BC-2FE5CE8D8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526" y="2067340"/>
            <a:ext cx="6829044" cy="2421732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E"/>
                </a:solidFill>
              </a:rPr>
              <a:t>Alerting Model for Natural Disasters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CE1F229-2211-4876-9F16-249F80566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0525" y="4666480"/>
            <a:ext cx="6829043" cy="0"/>
          </a:xfrm>
          <a:prstGeom prst="line">
            <a:avLst/>
          </a:prstGeom>
          <a:ln w="31750">
            <a:solidFill>
              <a:srgbClr val="FEF53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07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F3304-BCB2-A959-685B-3B8F6379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Literature Review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75C565-A9D4-F1E5-9694-04BF84C50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06700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4460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B3C02-F54A-4397-E518-D351289B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3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Design parameters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0B7AD4-E4E0-B163-CFC2-5EB32D7B9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751486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683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56085" y="533400"/>
            <a:ext cx="9079832" cy="5077326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605" y="763203"/>
            <a:ext cx="8622792" cy="461772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F059AD-A8AF-F3F5-61E2-9589FBBB7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237" y="1684861"/>
            <a:ext cx="7653528" cy="277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1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3B0DA-AEE5-39A3-7333-9972D1AB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Explanation &amp; Demonstration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39D26C5-9BCB-EB65-1E36-7E11F7D24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040731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9F1D8A-B70D-CA5E-A82B-AE442A7EB1CD}"/>
              </a:ext>
            </a:extLst>
          </p:cNvPr>
          <p:cNvSpPr txBox="1"/>
          <p:nvPr/>
        </p:nvSpPr>
        <p:spPr>
          <a:xfrm>
            <a:off x="7368988" y="502382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Gill Sans MT" panose="020B0502020104020203"/>
              </a:rPr>
              <a:t>Start</a:t>
            </a:r>
            <a:r>
              <a:rPr lang="en-US" dirty="0"/>
              <a:t> </a:t>
            </a:r>
            <a:r>
              <a:rPr lang="en-US" sz="11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Gill Sans MT" panose="020B0502020104020203"/>
              </a:rPr>
              <a:t>Analyzing</a:t>
            </a:r>
          </a:p>
        </p:txBody>
      </p:sp>
    </p:spTree>
    <p:extLst>
      <p:ext uri="{BB962C8B-B14F-4D97-AF65-F5344CB8AC3E}">
        <p14:creationId xmlns:p14="http://schemas.microsoft.com/office/powerpoint/2010/main" val="1175569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0496-3A9A-6525-2107-FCA30F9A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459D6-9B13-F270-0793-CBB494BEC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2192" y="1989620"/>
            <a:ext cx="4744278" cy="3318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35501C-B3D7-9E5A-BD87-FA6967AED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08" y="1989620"/>
            <a:ext cx="6607318" cy="32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6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02D4F-400C-CEAA-B8B4-3A80C061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Evaluation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5F66CEE-F612-5829-80BC-974ED4F45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015743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815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6738F172-08B9-4BA5-B753-7D93472C0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C900681B-C4FD-40B3-B5BC-C33231614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EAACD67-2FB5-4530-9B74-8D946F1CE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91735B-23F8-B9B3-D7A9-FEB5D4158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19" b="119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8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53E20-BB7C-E7CD-36E9-B0720F625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Communication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EC561E-D68A-AF9D-A665-2C1E7063C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061339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1750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C4512-489B-8CCB-C703-8E4B8F869342}"/>
              </a:ext>
            </a:extLst>
          </p:cNvPr>
          <p:cNvSpPr txBox="1"/>
          <p:nvPr/>
        </p:nvSpPr>
        <p:spPr>
          <a:xfrm>
            <a:off x="1557071" y="1584552"/>
            <a:ext cx="9099255" cy="2537251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cap="all" dirty="0">
                <a:solidFill>
                  <a:srgbClr val="454545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DA2DDE9C-5EB4-9D47-5107-F80940B3E57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884511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785</TotalTime>
  <Words>302</Words>
  <Application>Microsoft Office PowerPoint</Application>
  <PresentationFormat>Widescreen</PresentationFormat>
  <Paragraphs>42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Gill Sans MT</vt:lpstr>
      <vt:lpstr>Gallery</vt:lpstr>
      <vt:lpstr>Alerting Model for Natural Disasters</vt:lpstr>
      <vt:lpstr>Literature Review</vt:lpstr>
      <vt:lpstr>Design parameters </vt:lpstr>
      <vt:lpstr>PowerPoint Presentation</vt:lpstr>
      <vt:lpstr>Explanation &amp; Demonstration</vt:lpstr>
      <vt:lpstr>Demonstration</vt:lpstr>
      <vt:lpstr>Evaluation</vt:lpstr>
      <vt:lpstr>PowerPoint Presentation</vt:lpstr>
      <vt:lpstr>Communication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Lakshan siriwardhana</dc:creator>
  <cp:lastModifiedBy>Lakshan siriwardhana</cp:lastModifiedBy>
  <cp:revision>1</cp:revision>
  <dcterms:created xsi:type="dcterms:W3CDTF">2025-10-20T12:22:03Z</dcterms:created>
  <dcterms:modified xsi:type="dcterms:W3CDTF">2025-10-28T20:50:30Z</dcterms:modified>
</cp:coreProperties>
</file>